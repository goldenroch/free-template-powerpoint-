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6"/>
  </p:notesMasterIdLst>
  <p:sldIdLst>
    <p:sldId id="276" r:id="rId3"/>
    <p:sldId id="290" r:id="rId4"/>
    <p:sldId id="268" r:id="rId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5FED"/>
    <a:srgbClr val="52A8D9"/>
    <a:srgbClr val="51CBB0"/>
    <a:srgbClr val="E75884"/>
    <a:srgbClr val="F29C56"/>
    <a:srgbClr val="E8E8E8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24"/>
  </p:normalViewPr>
  <p:slideViewPr>
    <p:cSldViewPr>
      <p:cViewPr>
        <p:scale>
          <a:sx n="200" d="100"/>
          <a:sy n="200" d="100"/>
        </p:scale>
        <p:origin x="180" y="-30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You can safely remove this slide. This slide</a:t>
            </a:r>
            <a:r>
              <a:rPr lang="en-US" baseline="0" dirty="0"/>
              <a:t> design was provided by SlideModel.com – You can download more templates, shapes and elements for PowerPoint from </a:t>
            </a:r>
            <a:r>
              <a:rPr lang="en-US" dirty="0">
                <a:hlinkClick r:id="rId3"/>
              </a:rPr>
              <a:t>http://slidemodel.com/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2D21D1-52E2-420B-B491-CFF6D7BB79F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2102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You can safely remove this slide. This slide</a:t>
            </a:r>
            <a:r>
              <a:rPr lang="en-US" baseline="0"/>
              <a:t> design was provided by SlideModel.com – You can download more templates, shapes and elements for PowerPoint from http://slidemodel.com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6254F-9338-4BA9-B7AC-A66622A3D013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76743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3887117"/>
            <a:ext cx="10360501" cy="610820"/>
          </a:xfrm>
        </p:spPr>
        <p:txBody>
          <a:bodyPr/>
          <a:lstStyle>
            <a:lvl1pPr algn="ctr">
              <a:defRPr lang="en-US" sz="40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2" y="2130426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71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23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1"/>
            <a:ext cx="10360501" cy="1362075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17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1"/>
            <a:ext cx="5383398" cy="4525963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1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3"/>
            <a:ext cx="5385514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6" y="1535113"/>
            <a:ext cx="538763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6" y="2174875"/>
            <a:ext cx="5387630" cy="3951288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99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7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2494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73049"/>
            <a:ext cx="4010039" cy="1162051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2"/>
            <a:ext cx="6813892" cy="5853113"/>
          </a:xfrm>
        </p:spPr>
        <p:txBody>
          <a:bodyPr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435102"/>
            <a:ext cx="4010039" cy="46910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81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5" y="4800600"/>
            <a:ext cx="7313295" cy="566739"/>
          </a:xfrm>
        </p:spPr>
        <p:txBody>
          <a:bodyPr anchor="b"/>
          <a:lstStyle>
            <a:lvl1pPr algn="l">
              <a:defRPr sz="27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5" y="612775"/>
            <a:ext cx="7313295" cy="4114800"/>
          </a:xfrm>
        </p:spPr>
        <p:txBody>
          <a:bodyPr/>
          <a:lstStyle>
            <a:lvl1pPr marL="0" indent="0">
              <a:buNone/>
              <a:defRPr sz="43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5" y="5367338"/>
            <a:ext cx="7313295" cy="804863"/>
          </a:xfrm>
        </p:spPr>
        <p:txBody>
          <a:bodyPr/>
          <a:lstStyle>
            <a:lvl1pPr marL="0" indent="0">
              <a:buNone/>
              <a:defRPr sz="19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814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158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39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39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2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3"/>
            <a:ext cx="5930678" cy="711081"/>
          </a:xfrm>
        </p:spPr>
        <p:txBody>
          <a:bodyPr>
            <a:normAutofit/>
          </a:bodyPr>
          <a:lstStyle>
            <a:lvl1pPr algn="ctr">
              <a:defRPr sz="36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9705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3886200"/>
            <a:ext cx="12188825" cy="297180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65000"/>
                  <a:alpha val="53000"/>
                </a:schemeClr>
              </a:gs>
              <a:gs pos="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64" tIns="45683" rIns="91364" bIns="45683" rtlCol="0" anchor="ctr"/>
          <a:lstStyle/>
          <a:p>
            <a:pPr algn="ctr"/>
            <a:endParaRPr lang="en-US" sz="1798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3887119"/>
            <a:ext cx="10360501" cy="610820"/>
          </a:xfrm>
        </p:spPr>
        <p:txBody>
          <a:bodyPr/>
          <a:lstStyle>
            <a:lvl1pPr algn="ctr">
              <a:defRPr lang="en-US" sz="3998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4399020"/>
            <a:ext cx="8532178" cy="764440"/>
          </a:xfrm>
        </p:spPr>
        <p:txBody>
          <a:bodyPr>
            <a:normAutofit/>
          </a:bodyPr>
          <a:lstStyle>
            <a:lvl1pPr marL="0" indent="0" algn="ctr">
              <a:buNone/>
              <a:defRPr lang="en-US" sz="2398" kern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6089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79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69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59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49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38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28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18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DE275-BE14-4364-AEA2-5F5667C0FD4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1843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2130430"/>
            <a:ext cx="10360501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886200"/>
            <a:ext cx="8532178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0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0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0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0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3657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940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3" y="4406905"/>
            <a:ext cx="10360501" cy="1362075"/>
          </a:xfrm>
        </p:spPr>
        <p:txBody>
          <a:bodyPr anchor="t"/>
          <a:lstStyle>
            <a:lvl1pPr algn="l">
              <a:defRPr sz="529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3" y="2906713"/>
            <a:ext cx="10360501" cy="1500187"/>
          </a:xfrm>
        </p:spPr>
        <p:txBody>
          <a:bodyPr anchor="b"/>
          <a:lstStyle>
            <a:lvl1pPr marL="0" indent="0">
              <a:buNone/>
              <a:defRPr sz="2698">
                <a:solidFill>
                  <a:schemeClr val="tx1">
                    <a:tint val="75000"/>
                  </a:schemeClr>
                </a:solidFill>
              </a:defRPr>
            </a:lvl1pPr>
            <a:lvl2pPr marL="609006" indent="0">
              <a:buNone/>
              <a:defRPr sz="2398">
                <a:solidFill>
                  <a:schemeClr val="tx1">
                    <a:tint val="75000"/>
                  </a:schemeClr>
                </a:solidFill>
              </a:defRPr>
            </a:lvl2pPr>
            <a:lvl3pPr marL="1218013" indent="0">
              <a:buNone/>
              <a:defRPr sz="2098">
                <a:solidFill>
                  <a:schemeClr val="tx1">
                    <a:tint val="75000"/>
                  </a:schemeClr>
                </a:solidFill>
              </a:defRPr>
            </a:lvl3pPr>
            <a:lvl4pPr marL="1827018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4pPr>
            <a:lvl5pPr marL="2436024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5pPr>
            <a:lvl6pPr marL="304503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6pPr>
            <a:lvl7pPr marL="3654036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7pPr>
            <a:lvl8pPr marL="4263041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8pPr>
            <a:lvl9pPr marL="4872047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814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600205"/>
            <a:ext cx="5383398" cy="4525963"/>
          </a:xfrm>
        </p:spPr>
        <p:txBody>
          <a:bodyPr/>
          <a:lstStyle>
            <a:lvl1pPr>
              <a:defRPr sz="3698"/>
            </a:lvl1pPr>
            <a:lvl2pPr>
              <a:defRPr sz="3198"/>
            </a:lvl2pPr>
            <a:lvl3pPr>
              <a:defRPr sz="2698"/>
            </a:lvl3pPr>
            <a:lvl4pPr>
              <a:defRPr sz="2398"/>
            </a:lvl4pPr>
            <a:lvl5pPr>
              <a:defRPr sz="2398"/>
            </a:lvl5pPr>
            <a:lvl6pPr>
              <a:defRPr sz="2398"/>
            </a:lvl6pPr>
            <a:lvl7pPr>
              <a:defRPr sz="2398"/>
            </a:lvl7pPr>
            <a:lvl8pPr>
              <a:defRPr sz="2398"/>
            </a:lvl8pPr>
            <a:lvl9pPr>
              <a:defRPr sz="23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224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535117"/>
            <a:ext cx="5385514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174875"/>
            <a:ext cx="5385514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7" y="1535117"/>
            <a:ext cx="5387630" cy="639763"/>
          </a:xfrm>
        </p:spPr>
        <p:txBody>
          <a:bodyPr anchor="b"/>
          <a:lstStyle>
            <a:lvl1pPr marL="0" indent="0">
              <a:buNone/>
              <a:defRPr sz="3198" b="1"/>
            </a:lvl1pPr>
            <a:lvl2pPr marL="609006" indent="0">
              <a:buNone/>
              <a:defRPr sz="2698" b="1"/>
            </a:lvl2pPr>
            <a:lvl3pPr marL="1218013" indent="0">
              <a:buNone/>
              <a:defRPr sz="2398" b="1"/>
            </a:lvl3pPr>
            <a:lvl4pPr marL="1827018" indent="0">
              <a:buNone/>
              <a:defRPr sz="2098" b="1"/>
            </a:lvl4pPr>
            <a:lvl5pPr marL="2436024" indent="0">
              <a:buNone/>
              <a:defRPr sz="2098" b="1"/>
            </a:lvl5pPr>
            <a:lvl6pPr marL="3045031" indent="0">
              <a:buNone/>
              <a:defRPr sz="2098" b="1"/>
            </a:lvl6pPr>
            <a:lvl7pPr marL="3654036" indent="0">
              <a:buNone/>
              <a:defRPr sz="2098" b="1"/>
            </a:lvl7pPr>
            <a:lvl8pPr marL="4263041" indent="0">
              <a:buNone/>
              <a:defRPr sz="2098" b="1"/>
            </a:lvl8pPr>
            <a:lvl9pPr marL="4872047" indent="0">
              <a:buNone/>
              <a:defRPr sz="209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7" y="2174875"/>
            <a:ext cx="5387630" cy="3951288"/>
          </a:xfrm>
        </p:spPr>
        <p:txBody>
          <a:bodyPr/>
          <a:lstStyle>
            <a:lvl1pPr>
              <a:defRPr sz="3198"/>
            </a:lvl1pPr>
            <a:lvl2pPr>
              <a:defRPr sz="2698"/>
            </a:lvl2pPr>
            <a:lvl3pPr>
              <a:defRPr sz="2398"/>
            </a:lvl3pPr>
            <a:lvl4pPr>
              <a:defRPr sz="2098"/>
            </a:lvl4pPr>
            <a:lvl5pPr>
              <a:defRPr sz="2098"/>
            </a:lvl5pPr>
            <a:lvl6pPr>
              <a:defRPr sz="2098"/>
            </a:lvl6pPr>
            <a:lvl7pPr>
              <a:defRPr sz="2098"/>
            </a:lvl7pPr>
            <a:lvl8pPr>
              <a:defRPr sz="2098"/>
            </a:lvl8pPr>
            <a:lvl9pPr>
              <a:defRPr sz="20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761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5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82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0116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6" y="273053"/>
            <a:ext cx="4010039" cy="1162051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73057"/>
            <a:ext cx="6813892" cy="5853113"/>
          </a:xfrm>
        </p:spPr>
        <p:txBody>
          <a:bodyPr/>
          <a:lstStyle>
            <a:lvl1pPr>
              <a:defRPr sz="4298"/>
            </a:lvl1pPr>
            <a:lvl2pPr>
              <a:defRPr sz="3698"/>
            </a:lvl2pPr>
            <a:lvl3pPr>
              <a:defRPr sz="3198"/>
            </a:lvl3pPr>
            <a:lvl4pPr>
              <a:defRPr sz="2698"/>
            </a:lvl4pPr>
            <a:lvl5pPr>
              <a:defRPr sz="2698"/>
            </a:lvl5pPr>
            <a:lvl6pPr>
              <a:defRPr sz="2698"/>
            </a:lvl6pPr>
            <a:lvl7pPr>
              <a:defRPr sz="2698"/>
            </a:lvl7pPr>
            <a:lvl8pPr>
              <a:defRPr sz="2698"/>
            </a:lvl8pPr>
            <a:lvl9pPr>
              <a:defRPr sz="26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6" y="1435104"/>
            <a:ext cx="4010039" cy="46910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4598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800604"/>
            <a:ext cx="7313295" cy="566739"/>
          </a:xfrm>
        </p:spPr>
        <p:txBody>
          <a:bodyPr anchor="b"/>
          <a:lstStyle>
            <a:lvl1pPr algn="l">
              <a:defRPr sz="2698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612775"/>
            <a:ext cx="7313295" cy="4114800"/>
          </a:xfrm>
        </p:spPr>
        <p:txBody>
          <a:bodyPr/>
          <a:lstStyle>
            <a:lvl1pPr marL="0" indent="0">
              <a:buNone/>
              <a:defRPr sz="4298"/>
            </a:lvl1pPr>
            <a:lvl2pPr marL="609006" indent="0">
              <a:buNone/>
              <a:defRPr sz="3698"/>
            </a:lvl2pPr>
            <a:lvl3pPr marL="1218013" indent="0">
              <a:buNone/>
              <a:defRPr sz="3198"/>
            </a:lvl3pPr>
            <a:lvl4pPr marL="1827018" indent="0">
              <a:buNone/>
              <a:defRPr sz="2698"/>
            </a:lvl4pPr>
            <a:lvl5pPr marL="2436024" indent="0">
              <a:buNone/>
              <a:defRPr sz="2698"/>
            </a:lvl5pPr>
            <a:lvl6pPr marL="3045031" indent="0">
              <a:buNone/>
              <a:defRPr sz="2698"/>
            </a:lvl6pPr>
            <a:lvl7pPr marL="3654036" indent="0">
              <a:buNone/>
              <a:defRPr sz="2698"/>
            </a:lvl7pPr>
            <a:lvl8pPr marL="4263041" indent="0">
              <a:buNone/>
              <a:defRPr sz="2698"/>
            </a:lvl8pPr>
            <a:lvl9pPr marL="4872047" indent="0">
              <a:buNone/>
              <a:defRPr sz="2698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367343"/>
            <a:ext cx="7313295" cy="804863"/>
          </a:xfrm>
        </p:spPr>
        <p:txBody>
          <a:bodyPr/>
          <a:lstStyle>
            <a:lvl1pPr marL="0" indent="0">
              <a:buNone/>
              <a:defRPr sz="1898"/>
            </a:lvl1pPr>
            <a:lvl2pPr marL="609006" indent="0">
              <a:buNone/>
              <a:defRPr sz="1600"/>
            </a:lvl2pPr>
            <a:lvl3pPr marL="1218013" indent="0">
              <a:buNone/>
              <a:defRPr sz="1300"/>
            </a:lvl3pPr>
            <a:lvl4pPr marL="1827018" indent="0">
              <a:buNone/>
              <a:defRPr sz="1200"/>
            </a:lvl4pPr>
            <a:lvl5pPr marL="2436024" indent="0">
              <a:buNone/>
              <a:defRPr sz="1200"/>
            </a:lvl5pPr>
            <a:lvl6pPr marL="3045031" indent="0">
              <a:buNone/>
              <a:defRPr sz="1200"/>
            </a:lvl6pPr>
            <a:lvl7pPr marL="3654036" indent="0">
              <a:buNone/>
              <a:defRPr sz="1200"/>
            </a:lvl7pPr>
            <a:lvl8pPr marL="4263041" indent="0">
              <a:buNone/>
              <a:defRPr sz="1200"/>
            </a:lvl8pPr>
            <a:lvl9pPr marL="48720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149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664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74643"/>
            <a:ext cx="274248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74643"/>
            <a:ext cx="802431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435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model2">
    <p:bg>
      <p:bgPr>
        <a:gradFill flip="none" rotWithShape="1">
          <a:gsLst>
            <a:gs pos="55000">
              <a:srgbClr val="1181AE"/>
            </a:gs>
            <a:gs pos="0">
              <a:srgbClr val="1181AE"/>
            </a:gs>
            <a:gs pos="100000">
              <a:srgbClr val="09547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7834" y="2870638"/>
            <a:ext cx="5930678" cy="711081"/>
          </a:xfrm>
        </p:spPr>
        <p:txBody>
          <a:bodyPr>
            <a:normAutofit/>
          </a:bodyPr>
          <a:lstStyle>
            <a:lvl1pPr algn="ctr">
              <a:defRPr sz="3598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Open Sans" pitchFamily="34" charset="0"/>
                <a:cs typeface="Open Sans" pitchFamily="34" charset="0"/>
              </a:defRPr>
            </a:lvl1pPr>
          </a:lstStyle>
          <a:p>
            <a:r>
              <a:rPr lang="en-US"/>
              <a:t>SlideModel.com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08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1218987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81000">
              <a:srgbClr val="EEEEEE"/>
            </a:gs>
            <a:gs pos="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74644"/>
            <a:ext cx="10969943" cy="711081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138426"/>
            <a:ext cx="10969943" cy="4987739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6356355"/>
            <a:ext cx="385979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6356355"/>
            <a:ext cx="2844059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39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txStyles>
    <p:titleStyle>
      <a:lvl1pPr algn="l" defTabSz="1218013" rtl="0" eaLnBrk="1" latinLnBrk="0" hangingPunct="1">
        <a:spcBef>
          <a:spcPct val="0"/>
        </a:spcBef>
        <a:buNone/>
        <a:defRPr sz="3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6754" indent="-456754" algn="l" defTabSz="1218013" rtl="0" eaLnBrk="1" latinLnBrk="0" hangingPunct="1">
        <a:spcBef>
          <a:spcPct val="20000"/>
        </a:spcBef>
        <a:buFont typeface="Arial" pitchFamily="34" charset="0"/>
        <a:buChar char="•"/>
        <a:defRPr sz="3598" kern="1200">
          <a:solidFill>
            <a:schemeClr val="tx1"/>
          </a:solidFill>
          <a:latin typeface="+mj-lt"/>
          <a:ea typeface="+mn-ea"/>
          <a:cs typeface="+mn-cs"/>
        </a:defRPr>
      </a:lvl1pPr>
      <a:lvl2pPr marL="989635" indent="-380627" algn="l" defTabSz="1218013" rtl="0" eaLnBrk="1" latinLnBrk="0" hangingPunct="1">
        <a:spcBef>
          <a:spcPct val="20000"/>
        </a:spcBef>
        <a:buFont typeface="Arial" pitchFamily="34" charset="0"/>
        <a:buChar char="–"/>
        <a:defRPr sz="3198" kern="1200">
          <a:solidFill>
            <a:schemeClr val="tx1"/>
          </a:solidFill>
          <a:latin typeface="+mj-lt"/>
          <a:ea typeface="+mn-ea"/>
          <a:cs typeface="+mn-cs"/>
        </a:defRPr>
      </a:lvl2pPr>
      <a:lvl3pPr marL="152251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398" kern="1200">
          <a:solidFill>
            <a:schemeClr val="tx1"/>
          </a:solidFill>
          <a:latin typeface="+mj-lt"/>
          <a:ea typeface="+mn-ea"/>
          <a:cs typeface="+mn-cs"/>
        </a:defRPr>
      </a:lvl3pPr>
      <a:lvl4pPr marL="2131522" indent="-304504" algn="l" defTabSz="1218013" rtl="0" eaLnBrk="1" latinLnBrk="0" hangingPunct="1">
        <a:spcBef>
          <a:spcPct val="20000"/>
        </a:spcBef>
        <a:buFont typeface="Arial" pitchFamily="34" charset="0"/>
        <a:buChar char="–"/>
        <a:defRPr sz="1998" kern="1200">
          <a:solidFill>
            <a:schemeClr val="tx1"/>
          </a:solidFill>
          <a:latin typeface="+mj-lt"/>
          <a:ea typeface="+mn-ea"/>
          <a:cs typeface="+mn-cs"/>
        </a:defRPr>
      </a:lvl4pPr>
      <a:lvl5pPr marL="2740527" indent="-304504" algn="l" defTabSz="1218013" rtl="0" eaLnBrk="1" latinLnBrk="0" hangingPunct="1">
        <a:spcBef>
          <a:spcPct val="20000"/>
        </a:spcBef>
        <a:buFont typeface="Arial" pitchFamily="34" charset="0"/>
        <a:buChar char="»"/>
        <a:defRPr sz="1998" kern="1200">
          <a:solidFill>
            <a:schemeClr val="tx1"/>
          </a:solidFill>
          <a:latin typeface="+mj-lt"/>
          <a:ea typeface="+mn-ea"/>
          <a:cs typeface="+mn-cs"/>
        </a:defRPr>
      </a:lvl5pPr>
      <a:lvl6pPr marL="3349532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6pPr>
      <a:lvl7pPr marL="3958539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7pPr>
      <a:lvl8pPr marL="4567544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8pPr>
      <a:lvl9pPr marL="5176550" indent="-304504" algn="l" defTabSz="1218013" rtl="0" eaLnBrk="1" latinLnBrk="0" hangingPunct="1">
        <a:spcBef>
          <a:spcPct val="20000"/>
        </a:spcBef>
        <a:buFont typeface="Arial" pitchFamily="34" charset="0"/>
        <a:buChar char="•"/>
        <a:defRPr sz="26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00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013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018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024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503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4036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3041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2047" algn="l" defTabSz="1218013" rtl="0" eaLnBrk="1" latinLnBrk="0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slidemodel.com/account/plans/?utm_source=free&amp;utm_medium=button&amp;utm_campaign=freetemplat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100000">
              <a:schemeClr val="bg1">
                <a:lumMod val="95000"/>
              </a:schemeClr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2F741-159B-5F3A-9150-74AFF14B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3-Item Cycle Infographic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Diagram Slide Template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F0BF5B2-7629-6427-22CE-5DEDA0C05A1B}"/>
              </a:ext>
            </a:extLst>
          </p:cNvPr>
          <p:cNvGrpSpPr/>
          <p:nvPr/>
        </p:nvGrpSpPr>
        <p:grpSpPr>
          <a:xfrm>
            <a:off x="3364777" y="1205032"/>
            <a:ext cx="5459270" cy="5239858"/>
            <a:chOff x="3370915" y="1205032"/>
            <a:chExt cx="5459270" cy="523985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B0DE48B-7E23-FB2E-1517-2A42C9C26AE9}"/>
                </a:ext>
              </a:extLst>
            </p:cNvPr>
            <p:cNvSpPr/>
            <p:nvPr/>
          </p:nvSpPr>
          <p:spPr>
            <a:xfrm>
              <a:off x="3928775" y="2009891"/>
              <a:ext cx="3640519" cy="3640519"/>
            </a:xfrm>
            <a:custGeom>
              <a:avLst/>
              <a:gdLst>
                <a:gd name="connsiteX0" fmla="*/ 2449386 w 3640519"/>
                <a:gd name="connsiteY0" fmla="*/ 112713 h 3640519"/>
                <a:gd name="connsiteX1" fmla="*/ 112713 w 3640519"/>
                <a:gd name="connsiteY1" fmla="*/ 1191134 h 3640519"/>
                <a:gd name="connsiteX2" fmla="*/ 1191134 w 3640519"/>
                <a:gd name="connsiteY2" fmla="*/ 3527807 h 3640519"/>
                <a:gd name="connsiteX3" fmla="*/ 3527807 w 3640519"/>
                <a:gd name="connsiteY3" fmla="*/ 2449386 h 3640519"/>
                <a:gd name="connsiteX4" fmla="*/ 2449386 w 3640519"/>
                <a:gd name="connsiteY4" fmla="*/ 112713 h 3640519"/>
                <a:gd name="connsiteX5" fmla="*/ 1258285 w 3640519"/>
                <a:gd name="connsiteY5" fmla="*/ 3345593 h 3640519"/>
                <a:gd name="connsiteX6" fmla="*/ 295022 w 3640519"/>
                <a:gd name="connsiteY6" fmla="*/ 1258285 h 3640519"/>
                <a:gd name="connsiteX7" fmla="*/ 2382330 w 3640519"/>
                <a:gd name="connsiteY7" fmla="*/ 295022 h 3640519"/>
                <a:gd name="connsiteX8" fmla="*/ 3345593 w 3640519"/>
                <a:gd name="connsiteY8" fmla="*/ 2382330 h 3640519"/>
                <a:gd name="connsiteX9" fmla="*/ 1258285 w 3640519"/>
                <a:gd name="connsiteY9" fmla="*/ 3345593 h 3640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640519" h="3640519">
                  <a:moveTo>
                    <a:pt x="2449386" y="112713"/>
                  </a:moveTo>
                  <a:cubicBezTo>
                    <a:pt x="1506316" y="-234759"/>
                    <a:pt x="460185" y="248063"/>
                    <a:pt x="112713" y="1191134"/>
                  </a:cubicBezTo>
                  <a:cubicBezTo>
                    <a:pt x="-234759" y="2134204"/>
                    <a:pt x="248063" y="3180335"/>
                    <a:pt x="1191134" y="3527807"/>
                  </a:cubicBezTo>
                  <a:cubicBezTo>
                    <a:pt x="2134204" y="3875279"/>
                    <a:pt x="3180335" y="3392456"/>
                    <a:pt x="3527807" y="2449386"/>
                  </a:cubicBezTo>
                  <a:cubicBezTo>
                    <a:pt x="3875279" y="1506316"/>
                    <a:pt x="3392456" y="460185"/>
                    <a:pt x="2449386" y="112713"/>
                  </a:cubicBezTo>
                  <a:close/>
                  <a:moveTo>
                    <a:pt x="1258285" y="3345593"/>
                  </a:moveTo>
                  <a:cubicBezTo>
                    <a:pt x="415894" y="3035174"/>
                    <a:pt x="-15398" y="2100676"/>
                    <a:pt x="295022" y="1258285"/>
                  </a:cubicBezTo>
                  <a:cubicBezTo>
                    <a:pt x="605441" y="415894"/>
                    <a:pt x="1539939" y="-15398"/>
                    <a:pt x="2382330" y="295022"/>
                  </a:cubicBezTo>
                  <a:cubicBezTo>
                    <a:pt x="3224721" y="605441"/>
                    <a:pt x="3656013" y="1539939"/>
                    <a:pt x="3345593" y="2382330"/>
                  </a:cubicBezTo>
                  <a:cubicBezTo>
                    <a:pt x="3035174" y="3224721"/>
                    <a:pt x="2100676" y="3656013"/>
                    <a:pt x="1258285" y="3345593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6"/>
                </a:gs>
                <a:gs pos="71000">
                  <a:schemeClr val="accent1"/>
                </a:gs>
                <a:gs pos="38000">
                  <a:schemeClr val="accent2"/>
                </a:gs>
                <a:gs pos="100000">
                  <a:schemeClr val="accent3"/>
                </a:gs>
              </a:gsLst>
              <a:lin ang="27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A300EB7-1753-FA27-B831-B4A214A6A2B1}"/>
                </a:ext>
              </a:extLst>
            </p:cNvPr>
            <p:cNvSpPr/>
            <p:nvPr/>
          </p:nvSpPr>
          <p:spPr>
            <a:xfrm>
              <a:off x="4098027" y="2179143"/>
              <a:ext cx="3302014" cy="3302014"/>
            </a:xfrm>
            <a:custGeom>
              <a:avLst/>
              <a:gdLst>
                <a:gd name="connsiteX0" fmla="*/ 830603 w 1234486"/>
                <a:gd name="connsiteY0" fmla="*/ 38218 h 1234486"/>
                <a:gd name="connsiteX1" fmla="*/ 38218 w 1234486"/>
                <a:gd name="connsiteY1" fmla="*/ 403883 h 1234486"/>
                <a:gd name="connsiteX2" fmla="*/ 403883 w 1234486"/>
                <a:gd name="connsiteY2" fmla="*/ 1196268 h 1234486"/>
                <a:gd name="connsiteX3" fmla="*/ 1196268 w 1234486"/>
                <a:gd name="connsiteY3" fmla="*/ 830603 h 1234486"/>
                <a:gd name="connsiteX4" fmla="*/ 830603 w 1234486"/>
                <a:gd name="connsiteY4" fmla="*/ 38218 h 1234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486" h="1234486">
                  <a:moveTo>
                    <a:pt x="830603" y="38218"/>
                  </a:moveTo>
                  <a:cubicBezTo>
                    <a:pt x="510754" y="-79606"/>
                    <a:pt x="156043" y="84129"/>
                    <a:pt x="38218" y="403883"/>
                  </a:cubicBezTo>
                  <a:cubicBezTo>
                    <a:pt x="-79606" y="723733"/>
                    <a:pt x="84129" y="1078444"/>
                    <a:pt x="403883" y="1196268"/>
                  </a:cubicBezTo>
                  <a:cubicBezTo>
                    <a:pt x="723733" y="1314092"/>
                    <a:pt x="1078444" y="1150358"/>
                    <a:pt x="1196268" y="830603"/>
                  </a:cubicBezTo>
                  <a:cubicBezTo>
                    <a:pt x="1314092" y="510754"/>
                    <a:pt x="1150357" y="156043"/>
                    <a:pt x="830603" y="38218"/>
                  </a:cubicBezTo>
                  <a:close/>
                </a:path>
              </a:pathLst>
            </a:custGeom>
            <a:gradFill>
              <a:gsLst>
                <a:gs pos="18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C9E70FA-1F90-222D-0E28-BCFBF8399E62}"/>
                </a:ext>
              </a:extLst>
            </p:cNvPr>
            <p:cNvSpPr/>
            <p:nvPr/>
          </p:nvSpPr>
          <p:spPr>
            <a:xfrm>
              <a:off x="3712008" y="1793123"/>
              <a:ext cx="4074054" cy="4074054"/>
            </a:xfrm>
            <a:custGeom>
              <a:avLst/>
              <a:gdLst>
                <a:gd name="connsiteX0" fmla="*/ 2741116 w 4074054"/>
                <a:gd name="connsiteY0" fmla="*/ 126122 h 4074054"/>
                <a:gd name="connsiteX1" fmla="*/ 126122 w 4074054"/>
                <a:gd name="connsiteY1" fmla="*/ 1332939 h 4074054"/>
                <a:gd name="connsiteX2" fmla="*/ 1332940 w 4074054"/>
                <a:gd name="connsiteY2" fmla="*/ 3947933 h 4074054"/>
                <a:gd name="connsiteX3" fmla="*/ 3947933 w 4074054"/>
                <a:gd name="connsiteY3" fmla="*/ 2741116 h 4074054"/>
                <a:gd name="connsiteX4" fmla="*/ 2741116 w 4074054"/>
                <a:gd name="connsiteY4" fmla="*/ 126122 h 40740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4054" h="4074054">
                  <a:moveTo>
                    <a:pt x="2741116" y="126122"/>
                  </a:moveTo>
                  <a:cubicBezTo>
                    <a:pt x="1685746" y="-262689"/>
                    <a:pt x="515028" y="277569"/>
                    <a:pt x="126122" y="1332939"/>
                  </a:cubicBezTo>
                  <a:cubicBezTo>
                    <a:pt x="-262689" y="2388310"/>
                    <a:pt x="277570" y="3559027"/>
                    <a:pt x="1332940" y="3947933"/>
                  </a:cubicBezTo>
                  <a:cubicBezTo>
                    <a:pt x="2388310" y="4336744"/>
                    <a:pt x="3559027" y="3796486"/>
                    <a:pt x="3947933" y="2741116"/>
                  </a:cubicBezTo>
                  <a:cubicBezTo>
                    <a:pt x="4336744" y="1685746"/>
                    <a:pt x="3796486" y="515028"/>
                    <a:pt x="2741116" y="126122"/>
                  </a:cubicBezTo>
                  <a:close/>
                </a:path>
              </a:pathLst>
            </a:custGeom>
            <a:noFill/>
            <a:ln w="38100" cap="rnd">
              <a:solidFill>
                <a:schemeClr val="bg1">
                  <a:lumMod val="65000"/>
                </a:schemeClr>
              </a:solidFill>
              <a:prstDash val="sysDot"/>
              <a:round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7DCFCDF-65D2-A21D-F592-601F0CE34D06}"/>
                </a:ext>
              </a:extLst>
            </p:cNvPr>
            <p:cNvSpPr/>
            <p:nvPr/>
          </p:nvSpPr>
          <p:spPr>
            <a:xfrm>
              <a:off x="3812720" y="1205032"/>
              <a:ext cx="1377006" cy="1367818"/>
            </a:xfrm>
            <a:custGeom>
              <a:avLst/>
              <a:gdLst>
                <a:gd name="connsiteX0" fmla="*/ 59985 w 1377006"/>
                <a:gd name="connsiteY0" fmla="*/ 1367819 h 1367818"/>
                <a:gd name="connsiteX1" fmla="*/ 63319 w 1377006"/>
                <a:gd name="connsiteY1" fmla="*/ 669636 h 1367818"/>
                <a:gd name="connsiteX2" fmla="*/ 1377007 w 1377006"/>
                <a:gd name="connsiteY2" fmla="*/ 63370 h 136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77006" h="1367818">
                  <a:moveTo>
                    <a:pt x="59985" y="1367819"/>
                  </a:moveTo>
                  <a:cubicBezTo>
                    <a:pt x="-18120" y="1149696"/>
                    <a:pt x="-22978" y="904046"/>
                    <a:pt x="63319" y="669636"/>
                  </a:cubicBezTo>
                  <a:cubicBezTo>
                    <a:pt x="258677" y="139475"/>
                    <a:pt x="846845" y="-131988"/>
                    <a:pt x="1377007" y="63370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/>
              <a:headEnd type="oval"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A22BE3F-670A-33E6-97F0-EC69B90F7C1D}"/>
                </a:ext>
              </a:extLst>
            </p:cNvPr>
            <p:cNvSpPr/>
            <p:nvPr/>
          </p:nvSpPr>
          <p:spPr>
            <a:xfrm>
              <a:off x="4482401" y="2582090"/>
              <a:ext cx="1313592" cy="669636"/>
            </a:xfrm>
            <a:custGeom>
              <a:avLst/>
              <a:gdLst>
                <a:gd name="connsiteX0" fmla="*/ 1313593 w 1313592"/>
                <a:gd name="connsiteY0" fmla="*/ 0 h 669636"/>
                <a:gd name="connsiteX1" fmla="*/ 0 w 1313592"/>
                <a:gd name="connsiteY1" fmla="*/ 606266 h 669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313592" h="669636">
                  <a:moveTo>
                    <a:pt x="1313593" y="0"/>
                  </a:moveTo>
                  <a:cubicBezTo>
                    <a:pt x="1118235" y="530161"/>
                    <a:pt x="530161" y="801624"/>
                    <a:pt x="0" y="606266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/>
              <a:headEnd type="oval"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A5306CA-A2E0-91BB-47FF-0B0DA789F480}"/>
                </a:ext>
              </a:extLst>
            </p:cNvPr>
            <p:cNvSpPr/>
            <p:nvPr/>
          </p:nvSpPr>
          <p:spPr>
            <a:xfrm>
              <a:off x="7776145" y="2834026"/>
              <a:ext cx="839688" cy="1792795"/>
            </a:xfrm>
            <a:custGeom>
              <a:avLst/>
              <a:gdLst>
                <a:gd name="connsiteX0" fmla="*/ 0 w 839688"/>
                <a:gd name="connsiteY0" fmla="*/ 0 h 1792795"/>
                <a:gd name="connsiteX1" fmla="*/ 602932 w 839688"/>
                <a:gd name="connsiteY1" fmla="*/ 352044 h 1792795"/>
                <a:gd name="connsiteX2" fmla="*/ 471011 w 839688"/>
                <a:gd name="connsiteY2" fmla="*/ 1792795 h 1792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9688" h="1792795">
                  <a:moveTo>
                    <a:pt x="0" y="0"/>
                  </a:moveTo>
                  <a:cubicBezTo>
                    <a:pt x="227933" y="41434"/>
                    <a:pt x="443198" y="160020"/>
                    <a:pt x="602932" y="352044"/>
                  </a:cubicBezTo>
                  <a:cubicBezTo>
                    <a:pt x="964406" y="786289"/>
                    <a:pt x="905351" y="1431322"/>
                    <a:pt x="471011" y="1792795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/>
              <a:headEnd type="oval"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7D6552D7-CC41-365A-6D55-F286839F118F}"/>
                </a:ext>
              </a:extLst>
            </p:cNvPr>
            <p:cNvSpPr/>
            <p:nvPr/>
          </p:nvSpPr>
          <p:spPr>
            <a:xfrm>
              <a:off x="6569649" y="3054244"/>
              <a:ext cx="368677" cy="1440751"/>
            </a:xfrm>
            <a:custGeom>
              <a:avLst/>
              <a:gdLst>
                <a:gd name="connsiteX0" fmla="*/ 236756 w 368677"/>
                <a:gd name="connsiteY0" fmla="*/ 1440752 h 1440751"/>
                <a:gd name="connsiteX1" fmla="*/ 368678 w 368677"/>
                <a:gd name="connsiteY1" fmla="*/ 0 h 144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8677" h="1440751">
                  <a:moveTo>
                    <a:pt x="236756" y="1440752"/>
                  </a:moveTo>
                  <a:cubicBezTo>
                    <a:pt x="-124717" y="1006507"/>
                    <a:pt x="-65662" y="361474"/>
                    <a:pt x="368678" y="0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/>
              <a:headEnd type="oval"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70E3466-93B6-730C-B2B9-4D4105B3419F}"/>
                </a:ext>
              </a:extLst>
            </p:cNvPr>
            <p:cNvSpPr/>
            <p:nvPr/>
          </p:nvSpPr>
          <p:spPr>
            <a:xfrm>
              <a:off x="3809935" y="5595228"/>
              <a:ext cx="1788128" cy="849662"/>
            </a:xfrm>
            <a:custGeom>
              <a:avLst/>
              <a:gdLst>
                <a:gd name="connsiteX0" fmla="*/ 1788128 w 1788128"/>
                <a:gd name="connsiteY0" fmla="*/ 488537 h 849662"/>
                <a:gd name="connsiteX1" fmla="*/ 1181767 w 1788128"/>
                <a:gd name="connsiteY1" fmla="*/ 834676 h 849662"/>
                <a:gd name="connsiteX2" fmla="*/ 0 w 1788128"/>
                <a:gd name="connsiteY2" fmla="*/ 0 h 84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88128" h="849662">
                  <a:moveTo>
                    <a:pt x="1788128" y="488537"/>
                  </a:moveTo>
                  <a:cubicBezTo>
                    <a:pt x="1638300" y="665226"/>
                    <a:pt x="1427893" y="792290"/>
                    <a:pt x="1181767" y="834676"/>
                  </a:cubicBezTo>
                  <a:cubicBezTo>
                    <a:pt x="624935" y="930497"/>
                    <a:pt x="95917" y="556831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/>
              <a:headEnd type="oval"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397650-282B-DA8A-845B-BAD816229A8D}"/>
                </a:ext>
              </a:extLst>
            </p:cNvPr>
            <p:cNvSpPr/>
            <p:nvPr/>
          </p:nvSpPr>
          <p:spPr>
            <a:xfrm>
              <a:off x="4644611" y="4398474"/>
              <a:ext cx="1181766" cy="849662"/>
            </a:xfrm>
            <a:custGeom>
              <a:avLst/>
              <a:gdLst>
                <a:gd name="connsiteX0" fmla="*/ 0 w 1181766"/>
                <a:gd name="connsiteY0" fmla="*/ 14987 h 849662"/>
                <a:gd name="connsiteX1" fmla="*/ 1181767 w 1181766"/>
                <a:gd name="connsiteY1" fmla="*/ 849663 h 849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81766" h="849662">
                  <a:moveTo>
                    <a:pt x="0" y="14987"/>
                  </a:moveTo>
                  <a:cubicBezTo>
                    <a:pt x="556832" y="-80834"/>
                    <a:pt x="1085850" y="292832"/>
                    <a:pt x="1181767" y="849663"/>
                  </a:cubicBezTo>
                </a:path>
              </a:pathLst>
            </a:custGeom>
            <a:noFill/>
            <a:ln w="12700" cap="flat">
              <a:solidFill>
                <a:schemeClr val="bg1">
                  <a:lumMod val="65000"/>
                </a:schemeClr>
              </a:solidFill>
              <a:prstDash val="solid"/>
              <a:miter/>
              <a:headEnd type="oval"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EB6EF49-659E-0697-6D11-2B51894E32F0}"/>
                </a:ext>
              </a:extLst>
            </p:cNvPr>
            <p:cNvSpPr/>
            <p:nvPr/>
          </p:nvSpPr>
          <p:spPr>
            <a:xfrm>
              <a:off x="5066714" y="3242656"/>
              <a:ext cx="1517010" cy="1517010"/>
            </a:xfrm>
            <a:custGeom>
              <a:avLst/>
              <a:gdLst>
                <a:gd name="connsiteX0" fmla="*/ 830603 w 1234486"/>
                <a:gd name="connsiteY0" fmla="*/ 38218 h 1234486"/>
                <a:gd name="connsiteX1" fmla="*/ 38218 w 1234486"/>
                <a:gd name="connsiteY1" fmla="*/ 403883 h 1234486"/>
                <a:gd name="connsiteX2" fmla="*/ 403883 w 1234486"/>
                <a:gd name="connsiteY2" fmla="*/ 1196268 h 1234486"/>
                <a:gd name="connsiteX3" fmla="*/ 1196268 w 1234486"/>
                <a:gd name="connsiteY3" fmla="*/ 830603 h 1234486"/>
                <a:gd name="connsiteX4" fmla="*/ 830603 w 1234486"/>
                <a:gd name="connsiteY4" fmla="*/ 38218 h 1234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486" h="1234486">
                  <a:moveTo>
                    <a:pt x="830603" y="38218"/>
                  </a:moveTo>
                  <a:cubicBezTo>
                    <a:pt x="510754" y="-79606"/>
                    <a:pt x="156043" y="84129"/>
                    <a:pt x="38218" y="403883"/>
                  </a:cubicBezTo>
                  <a:cubicBezTo>
                    <a:pt x="-79606" y="723733"/>
                    <a:pt x="84129" y="1078444"/>
                    <a:pt x="403883" y="1196268"/>
                  </a:cubicBezTo>
                  <a:cubicBezTo>
                    <a:pt x="723733" y="1314092"/>
                    <a:pt x="1078444" y="1150358"/>
                    <a:pt x="1196268" y="830603"/>
                  </a:cubicBezTo>
                  <a:cubicBezTo>
                    <a:pt x="1314092" y="510754"/>
                    <a:pt x="1150357" y="156043"/>
                    <a:pt x="830603" y="38218"/>
                  </a:cubicBez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 w="9525" cap="flat">
              <a:noFill/>
              <a:prstDash val="solid"/>
              <a:miter/>
            </a:ln>
            <a:effectLst>
              <a:softEdge rad="177800"/>
            </a:effectLst>
          </p:spPr>
          <p:txBody>
            <a:bodyPr rtlCol="0" anchor="ctr"/>
            <a:lstStyle/>
            <a:p>
              <a:endParaRPr lang="en-IN"/>
            </a:p>
          </p:txBody>
        </p: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08DFE591-3DA2-676A-A23F-0662029D49A0}"/>
                </a:ext>
              </a:extLst>
            </p:cNvPr>
            <p:cNvGrpSpPr/>
            <p:nvPr/>
          </p:nvGrpSpPr>
          <p:grpSpPr>
            <a:xfrm>
              <a:off x="3959387" y="1369529"/>
              <a:ext cx="4492008" cy="4910923"/>
              <a:chOff x="3959387" y="1369529"/>
              <a:chExt cx="4492008" cy="4910923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7FB55A16-69D8-AC28-0FEF-B774C292724E}"/>
                  </a:ext>
                </a:extLst>
              </p:cNvPr>
              <p:cNvGrpSpPr/>
              <p:nvPr/>
            </p:nvGrpSpPr>
            <p:grpSpPr>
              <a:xfrm>
                <a:off x="3977166" y="1369529"/>
                <a:ext cx="1744627" cy="2224115"/>
                <a:chOff x="3977166" y="1369529"/>
                <a:chExt cx="1744627" cy="2224115"/>
              </a:xfrm>
              <a:effectLst>
                <a:outerShdw blurRad="228600" dist="139700" dir="2700000" algn="tl" rotWithShape="0">
                  <a:prstClr val="black">
                    <a:alpha val="21000"/>
                  </a:prstClr>
                </a:outerShdw>
              </a:effectLst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8CCCE9A0-C2F4-CC28-1397-0115FD8E0A2A}"/>
                    </a:ext>
                  </a:extLst>
                </p:cNvPr>
                <p:cNvSpPr/>
                <p:nvPr/>
              </p:nvSpPr>
              <p:spPr>
                <a:xfrm>
                  <a:off x="4919027" y="2634477"/>
                  <a:ext cx="802766" cy="959167"/>
                </a:xfrm>
                <a:custGeom>
                  <a:avLst/>
                  <a:gdLst>
                    <a:gd name="connsiteX0" fmla="*/ 497681 w 802766"/>
                    <a:gd name="connsiteY0" fmla="*/ 446341 h 959167"/>
                    <a:gd name="connsiteX1" fmla="*/ 592836 w 802766"/>
                    <a:gd name="connsiteY1" fmla="*/ 123730 h 959167"/>
                    <a:gd name="connsiteX2" fmla="*/ 165830 w 802766"/>
                    <a:gd name="connsiteY2" fmla="*/ 0 h 959167"/>
                    <a:gd name="connsiteX3" fmla="*/ 0 w 802766"/>
                    <a:gd name="connsiteY3" fmla="*/ 449961 h 959167"/>
                    <a:gd name="connsiteX4" fmla="*/ 335756 w 802766"/>
                    <a:gd name="connsiteY4" fmla="*/ 469678 h 959167"/>
                    <a:gd name="connsiteX5" fmla="*/ 367284 w 802766"/>
                    <a:gd name="connsiteY5" fmla="*/ 805434 h 959167"/>
                    <a:gd name="connsiteX6" fmla="*/ 356330 w 802766"/>
                    <a:gd name="connsiteY6" fmla="*/ 816673 h 959167"/>
                    <a:gd name="connsiteX7" fmla="*/ 362426 w 802766"/>
                    <a:gd name="connsiteY7" fmla="*/ 829342 h 959167"/>
                    <a:gd name="connsiteX8" fmla="*/ 588073 w 802766"/>
                    <a:gd name="connsiteY8" fmla="*/ 959168 h 959167"/>
                    <a:gd name="connsiteX9" fmla="*/ 802767 w 802766"/>
                    <a:gd name="connsiteY9" fmla="*/ 589788 h 959167"/>
                    <a:gd name="connsiteX10" fmla="*/ 497586 w 802766"/>
                    <a:gd name="connsiteY10" fmla="*/ 446437 h 9591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02766" h="959167">
                      <a:moveTo>
                        <a:pt x="497681" y="446341"/>
                      </a:moveTo>
                      <a:cubicBezTo>
                        <a:pt x="444817" y="300895"/>
                        <a:pt x="592836" y="123730"/>
                        <a:pt x="592836" y="123730"/>
                      </a:cubicBezTo>
                      <a:lnTo>
                        <a:pt x="165830" y="0"/>
                      </a:lnTo>
                      <a:lnTo>
                        <a:pt x="0" y="449961"/>
                      </a:lnTo>
                      <a:cubicBezTo>
                        <a:pt x="0" y="449961"/>
                        <a:pt x="216789" y="370618"/>
                        <a:pt x="335756" y="469678"/>
                      </a:cubicBezTo>
                      <a:cubicBezTo>
                        <a:pt x="474726" y="585406"/>
                        <a:pt x="396335" y="743522"/>
                        <a:pt x="367284" y="805434"/>
                      </a:cubicBezTo>
                      <a:lnTo>
                        <a:pt x="356330" y="816673"/>
                      </a:lnTo>
                      <a:lnTo>
                        <a:pt x="362426" y="829342"/>
                      </a:lnTo>
                      <a:lnTo>
                        <a:pt x="588073" y="959168"/>
                      </a:lnTo>
                      <a:lnTo>
                        <a:pt x="802767" y="589788"/>
                      </a:lnTo>
                      <a:cubicBezTo>
                        <a:pt x="734663" y="596170"/>
                        <a:pt x="559308" y="616363"/>
                        <a:pt x="497586" y="446437"/>
                      </a:cubicBezTo>
                      <a:close/>
                    </a:path>
                  </a:pathLst>
                </a:custGeom>
                <a:solidFill>
                  <a:srgbClr val="F4F3F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DAC24A17-78BA-0033-E4FA-CC1C190F4AC0}"/>
                    </a:ext>
                  </a:extLst>
                </p:cNvPr>
                <p:cNvSpPr/>
                <p:nvPr/>
              </p:nvSpPr>
              <p:spPr>
                <a:xfrm>
                  <a:off x="3977166" y="1369529"/>
                  <a:ext cx="1717699" cy="1717699"/>
                </a:xfrm>
                <a:custGeom>
                  <a:avLst/>
                  <a:gdLst>
                    <a:gd name="connsiteX0" fmla="*/ 1155696 w 1717699"/>
                    <a:gd name="connsiteY0" fmla="*/ 53178 h 1717699"/>
                    <a:gd name="connsiteX1" fmla="*/ 53178 w 1717699"/>
                    <a:gd name="connsiteY1" fmla="*/ 562003 h 1717699"/>
                    <a:gd name="connsiteX2" fmla="*/ 562003 w 1717699"/>
                    <a:gd name="connsiteY2" fmla="*/ 1664522 h 1717699"/>
                    <a:gd name="connsiteX3" fmla="*/ 1664522 w 1717699"/>
                    <a:gd name="connsiteY3" fmla="*/ 1155696 h 1717699"/>
                    <a:gd name="connsiteX4" fmla="*/ 1155696 w 1717699"/>
                    <a:gd name="connsiteY4" fmla="*/ 53178 h 17176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7699" h="1717699">
                      <a:moveTo>
                        <a:pt x="1155696" y="53178"/>
                      </a:moveTo>
                      <a:cubicBezTo>
                        <a:pt x="710688" y="-110748"/>
                        <a:pt x="217103" y="116995"/>
                        <a:pt x="53178" y="562003"/>
                      </a:cubicBezTo>
                      <a:cubicBezTo>
                        <a:pt x="-110748" y="1007011"/>
                        <a:pt x="116995" y="1500597"/>
                        <a:pt x="562003" y="1664522"/>
                      </a:cubicBezTo>
                      <a:cubicBezTo>
                        <a:pt x="1007011" y="1828447"/>
                        <a:pt x="1500597" y="1600704"/>
                        <a:pt x="1664522" y="1155696"/>
                      </a:cubicBezTo>
                      <a:cubicBezTo>
                        <a:pt x="1828447" y="710688"/>
                        <a:pt x="1600704" y="217103"/>
                        <a:pt x="1155696" y="53178"/>
                      </a:cubicBezTo>
                      <a:close/>
                    </a:path>
                  </a:pathLst>
                </a:custGeom>
                <a:solidFill>
                  <a:srgbClr val="F4F3F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E0F407BE-15F8-3AD3-C917-C372C2A2B734}"/>
                  </a:ext>
                </a:extLst>
              </p:cNvPr>
              <p:cNvGrpSpPr/>
              <p:nvPr/>
            </p:nvGrpSpPr>
            <p:grpSpPr>
              <a:xfrm>
                <a:off x="6074790" y="2981926"/>
                <a:ext cx="2376605" cy="1717307"/>
                <a:chOff x="6074790" y="2981926"/>
                <a:chExt cx="2376605" cy="1717307"/>
              </a:xfrm>
              <a:effectLst>
                <a:outerShdw blurRad="228600" dist="139700" dir="2700000" algn="tl" rotWithShape="0">
                  <a:prstClr val="black">
                    <a:alpha val="21000"/>
                  </a:prstClr>
                </a:outerShdw>
              </a:effectLst>
            </p:grpSpPr>
            <p:sp>
              <p:nvSpPr>
                <p:cNvPr id="29" name="Freeform: Shape 28">
                  <a:extLst>
                    <a:ext uri="{FF2B5EF4-FFF2-40B4-BE49-F238E27FC236}">
                      <a16:creationId xmlns:a16="http://schemas.microsoft.com/office/drawing/2014/main" id="{4839841C-437A-A698-E2FA-8B46B0CA259D}"/>
                    </a:ext>
                  </a:extLst>
                </p:cNvPr>
                <p:cNvSpPr/>
                <p:nvPr/>
              </p:nvSpPr>
              <p:spPr>
                <a:xfrm>
                  <a:off x="6074790" y="3484393"/>
                  <a:ext cx="1041749" cy="676465"/>
                </a:xfrm>
                <a:custGeom>
                  <a:avLst/>
                  <a:gdLst>
                    <a:gd name="connsiteX0" fmla="*/ 489395 w 1041749"/>
                    <a:gd name="connsiteY0" fmla="*/ 432721 h 676465"/>
                    <a:gd name="connsiteX1" fmla="*/ 721138 w 1041749"/>
                    <a:gd name="connsiteY1" fmla="*/ 676466 h 676465"/>
                    <a:gd name="connsiteX2" fmla="*/ 1041749 w 1041749"/>
                    <a:gd name="connsiteY2" fmla="*/ 368617 h 676465"/>
                    <a:gd name="connsiteX3" fmla="*/ 734949 w 1041749"/>
                    <a:gd name="connsiteY3" fmla="*/ 0 h 676465"/>
                    <a:gd name="connsiteX4" fmla="*/ 549973 w 1041749"/>
                    <a:gd name="connsiteY4" fmla="*/ 280987 h 676465"/>
                    <a:gd name="connsiteX5" fmla="*/ 243459 w 1041749"/>
                    <a:gd name="connsiteY5" fmla="*/ 140398 h 676465"/>
                    <a:gd name="connsiteX6" fmla="*/ 239268 w 1041749"/>
                    <a:gd name="connsiteY6" fmla="*/ 125254 h 676465"/>
                    <a:gd name="connsiteX7" fmla="*/ 225266 w 1041749"/>
                    <a:gd name="connsiteY7" fmla="*/ 124206 h 676465"/>
                    <a:gd name="connsiteX8" fmla="*/ 0 w 1041749"/>
                    <a:gd name="connsiteY8" fmla="*/ 254699 h 676465"/>
                    <a:gd name="connsiteX9" fmla="*/ 212503 w 1041749"/>
                    <a:gd name="connsiteY9" fmla="*/ 625316 h 676465"/>
                    <a:gd name="connsiteX10" fmla="*/ 489299 w 1041749"/>
                    <a:gd name="connsiteY10" fmla="*/ 432721 h 67646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041749" h="676465">
                      <a:moveTo>
                        <a:pt x="489395" y="432721"/>
                      </a:moveTo>
                      <a:cubicBezTo>
                        <a:pt x="641795" y="459676"/>
                        <a:pt x="721138" y="676466"/>
                        <a:pt x="721138" y="676466"/>
                      </a:cubicBezTo>
                      <a:lnTo>
                        <a:pt x="1041749" y="368617"/>
                      </a:lnTo>
                      <a:lnTo>
                        <a:pt x="734949" y="0"/>
                      </a:lnTo>
                      <a:cubicBezTo>
                        <a:pt x="734949" y="0"/>
                        <a:pt x="695230" y="227457"/>
                        <a:pt x="549973" y="280987"/>
                      </a:cubicBezTo>
                      <a:cubicBezTo>
                        <a:pt x="380333" y="343471"/>
                        <a:pt x="282512" y="196501"/>
                        <a:pt x="243459" y="140398"/>
                      </a:cubicBezTo>
                      <a:lnTo>
                        <a:pt x="239268" y="125254"/>
                      </a:lnTo>
                      <a:lnTo>
                        <a:pt x="225266" y="124206"/>
                      </a:lnTo>
                      <a:lnTo>
                        <a:pt x="0" y="254699"/>
                      </a:lnTo>
                      <a:lnTo>
                        <a:pt x="212503" y="625316"/>
                      </a:lnTo>
                      <a:cubicBezTo>
                        <a:pt x="241078" y="563118"/>
                        <a:pt x="311182" y="401193"/>
                        <a:pt x="489299" y="432721"/>
                      </a:cubicBezTo>
                      <a:close/>
                    </a:path>
                  </a:pathLst>
                </a:custGeom>
                <a:solidFill>
                  <a:srgbClr val="F4F3F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28" name="Freeform: Shape 27">
                  <a:extLst>
                    <a:ext uri="{FF2B5EF4-FFF2-40B4-BE49-F238E27FC236}">
                      <a16:creationId xmlns:a16="http://schemas.microsoft.com/office/drawing/2014/main" id="{69CDD90D-8E1D-0BFE-2901-ACFA4C49BAC3}"/>
                    </a:ext>
                  </a:extLst>
                </p:cNvPr>
                <p:cNvSpPr/>
                <p:nvPr/>
              </p:nvSpPr>
              <p:spPr>
                <a:xfrm>
                  <a:off x="6734088" y="2981926"/>
                  <a:ext cx="1717307" cy="1717307"/>
                </a:xfrm>
                <a:custGeom>
                  <a:avLst/>
                  <a:gdLst>
                    <a:gd name="connsiteX0" fmla="*/ 1407913 w 1717307"/>
                    <a:gd name="connsiteY0" fmla="*/ 1518594 h 1717307"/>
                    <a:gd name="connsiteX1" fmla="*/ 1518594 w 1717307"/>
                    <a:gd name="connsiteY1" fmla="*/ 309395 h 1717307"/>
                    <a:gd name="connsiteX2" fmla="*/ 309395 w 1717307"/>
                    <a:gd name="connsiteY2" fmla="*/ 198714 h 1717307"/>
                    <a:gd name="connsiteX3" fmla="*/ 198714 w 1717307"/>
                    <a:gd name="connsiteY3" fmla="*/ 1407913 h 1717307"/>
                    <a:gd name="connsiteX4" fmla="*/ 1407913 w 1717307"/>
                    <a:gd name="connsiteY4" fmla="*/ 1518594 h 17173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7307" h="1717307">
                      <a:moveTo>
                        <a:pt x="1407913" y="1518594"/>
                      </a:moveTo>
                      <a:cubicBezTo>
                        <a:pt x="1772435" y="1215222"/>
                        <a:pt x="1821965" y="673821"/>
                        <a:pt x="1518594" y="309395"/>
                      </a:cubicBezTo>
                      <a:cubicBezTo>
                        <a:pt x="1215222" y="-55127"/>
                        <a:pt x="673821" y="-104657"/>
                        <a:pt x="309395" y="198714"/>
                      </a:cubicBezTo>
                      <a:cubicBezTo>
                        <a:pt x="-55127" y="502086"/>
                        <a:pt x="-104657" y="1043487"/>
                        <a:pt x="198714" y="1407913"/>
                      </a:cubicBezTo>
                      <a:cubicBezTo>
                        <a:pt x="502086" y="1772435"/>
                        <a:pt x="1043487" y="1821965"/>
                        <a:pt x="1407913" y="1518594"/>
                      </a:cubicBezTo>
                      <a:close/>
                    </a:path>
                  </a:pathLst>
                </a:custGeom>
                <a:solidFill>
                  <a:srgbClr val="F4F3F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6A017B9F-5798-DE9B-0C0E-17D767745FFE}"/>
                  </a:ext>
                </a:extLst>
              </p:cNvPr>
              <p:cNvGrpSpPr/>
              <p:nvPr/>
            </p:nvGrpSpPr>
            <p:grpSpPr>
              <a:xfrm>
                <a:off x="3959387" y="4156763"/>
                <a:ext cx="1717538" cy="2123689"/>
                <a:chOff x="3959387" y="4156763"/>
                <a:chExt cx="1717538" cy="2123689"/>
              </a:xfrm>
              <a:effectLst>
                <a:outerShdw blurRad="228600" dist="139700" dir="2700000" algn="tl" rotWithShape="0">
                  <a:prstClr val="black">
                    <a:alpha val="21000"/>
                  </a:prstClr>
                </a:outerShdw>
              </a:effectLst>
            </p:grpSpPr>
            <p:sp>
              <p:nvSpPr>
                <p:cNvPr id="34" name="Freeform: Shape 33">
                  <a:extLst>
                    <a:ext uri="{FF2B5EF4-FFF2-40B4-BE49-F238E27FC236}">
                      <a16:creationId xmlns:a16="http://schemas.microsoft.com/office/drawing/2014/main" id="{EB672D73-0F11-6816-99FD-F593999506C6}"/>
                    </a:ext>
                  </a:extLst>
                </p:cNvPr>
                <p:cNvSpPr/>
                <p:nvPr/>
              </p:nvSpPr>
              <p:spPr>
                <a:xfrm>
                  <a:off x="4939220" y="4156763"/>
                  <a:ext cx="726281" cy="846391"/>
                </a:xfrm>
                <a:custGeom>
                  <a:avLst/>
                  <a:gdLst>
                    <a:gd name="connsiteX0" fmla="*/ 326993 w 726281"/>
                    <a:gd name="connsiteY0" fmla="*/ 335851 h 846391"/>
                    <a:gd name="connsiteX1" fmla="*/ 0 w 726281"/>
                    <a:gd name="connsiteY1" fmla="*/ 414718 h 846391"/>
                    <a:gd name="connsiteX2" fmla="*/ 106299 w 726281"/>
                    <a:gd name="connsiteY2" fmla="*/ 846391 h 846391"/>
                    <a:gd name="connsiteX3" fmla="*/ 578930 w 726281"/>
                    <a:gd name="connsiteY3" fmla="*/ 765048 h 846391"/>
                    <a:gd name="connsiteX4" fmla="*/ 428149 w 726281"/>
                    <a:gd name="connsiteY4" fmla="*/ 464439 h 846391"/>
                    <a:gd name="connsiteX5" fmla="*/ 703135 w 726281"/>
                    <a:gd name="connsiteY5" fmla="*/ 269272 h 846391"/>
                    <a:gd name="connsiteX6" fmla="*/ 718376 w 726281"/>
                    <a:gd name="connsiteY6" fmla="*/ 273177 h 846391"/>
                    <a:gd name="connsiteX7" fmla="*/ 726281 w 726281"/>
                    <a:gd name="connsiteY7" fmla="*/ 261556 h 846391"/>
                    <a:gd name="connsiteX8" fmla="*/ 725900 w 726281"/>
                    <a:gd name="connsiteY8" fmla="*/ 1238 h 846391"/>
                    <a:gd name="connsiteX9" fmla="*/ 298704 w 726281"/>
                    <a:gd name="connsiteY9" fmla="*/ 0 h 846391"/>
                    <a:gd name="connsiteX10" fmla="*/ 327088 w 726281"/>
                    <a:gd name="connsiteY10" fmla="*/ 336042 h 8463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726281" h="846391">
                      <a:moveTo>
                        <a:pt x="326993" y="335851"/>
                      </a:moveTo>
                      <a:cubicBezTo>
                        <a:pt x="227457" y="454342"/>
                        <a:pt x="0" y="414718"/>
                        <a:pt x="0" y="414718"/>
                      </a:cubicBezTo>
                      <a:lnTo>
                        <a:pt x="106299" y="846391"/>
                      </a:lnTo>
                      <a:lnTo>
                        <a:pt x="578930" y="765048"/>
                      </a:lnTo>
                      <a:cubicBezTo>
                        <a:pt x="578930" y="765048"/>
                        <a:pt x="401860" y="616934"/>
                        <a:pt x="428149" y="464439"/>
                      </a:cubicBezTo>
                      <a:cubicBezTo>
                        <a:pt x="458819" y="286226"/>
                        <a:pt x="635032" y="275082"/>
                        <a:pt x="703135" y="269272"/>
                      </a:cubicBezTo>
                      <a:lnTo>
                        <a:pt x="718376" y="273177"/>
                      </a:lnTo>
                      <a:lnTo>
                        <a:pt x="726281" y="261556"/>
                      </a:lnTo>
                      <a:lnTo>
                        <a:pt x="725900" y="1238"/>
                      </a:lnTo>
                      <a:lnTo>
                        <a:pt x="298704" y="0"/>
                      </a:lnTo>
                      <a:cubicBezTo>
                        <a:pt x="338233" y="55816"/>
                        <a:pt x="443389" y="197548"/>
                        <a:pt x="327088" y="336042"/>
                      </a:cubicBezTo>
                      <a:close/>
                    </a:path>
                  </a:pathLst>
                </a:custGeom>
                <a:solidFill>
                  <a:srgbClr val="F4F3F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  <p:sp>
              <p:nvSpPr>
                <p:cNvPr id="33" name="Freeform: Shape 32">
                  <a:extLst>
                    <a:ext uri="{FF2B5EF4-FFF2-40B4-BE49-F238E27FC236}">
                      <a16:creationId xmlns:a16="http://schemas.microsoft.com/office/drawing/2014/main" id="{B9EAB134-978D-B55F-6369-892C392AA485}"/>
                    </a:ext>
                  </a:extLst>
                </p:cNvPr>
                <p:cNvSpPr/>
                <p:nvPr/>
              </p:nvSpPr>
              <p:spPr>
                <a:xfrm>
                  <a:off x="3959387" y="4562913"/>
                  <a:ext cx="1717538" cy="1717539"/>
                </a:xfrm>
                <a:custGeom>
                  <a:avLst/>
                  <a:gdLst>
                    <a:gd name="connsiteX0" fmla="*/ 12568 w 1717538"/>
                    <a:gd name="connsiteY0" fmla="*/ 1004407 h 1717539"/>
                    <a:gd name="connsiteX1" fmla="*/ 1004407 w 1717538"/>
                    <a:gd name="connsiteY1" fmla="*/ 1704971 h 1717539"/>
                    <a:gd name="connsiteX2" fmla="*/ 1704971 w 1717538"/>
                    <a:gd name="connsiteY2" fmla="*/ 713132 h 1717539"/>
                    <a:gd name="connsiteX3" fmla="*/ 713132 w 1717538"/>
                    <a:gd name="connsiteY3" fmla="*/ 12568 h 1717539"/>
                    <a:gd name="connsiteX4" fmla="*/ 12568 w 1717538"/>
                    <a:gd name="connsiteY4" fmla="*/ 1004407 h 1717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7538" h="1717539">
                      <a:moveTo>
                        <a:pt x="12568" y="1004407"/>
                      </a:moveTo>
                      <a:cubicBezTo>
                        <a:pt x="93055" y="1471703"/>
                        <a:pt x="537110" y="1785361"/>
                        <a:pt x="1004407" y="1704971"/>
                      </a:cubicBezTo>
                      <a:cubicBezTo>
                        <a:pt x="1471703" y="1624484"/>
                        <a:pt x="1785361" y="1180429"/>
                        <a:pt x="1704971" y="713132"/>
                      </a:cubicBezTo>
                      <a:cubicBezTo>
                        <a:pt x="1624484" y="245836"/>
                        <a:pt x="1180429" y="-67823"/>
                        <a:pt x="713132" y="12568"/>
                      </a:cubicBezTo>
                      <a:cubicBezTo>
                        <a:pt x="245836" y="93055"/>
                        <a:pt x="-67823" y="537110"/>
                        <a:pt x="12568" y="1004407"/>
                      </a:cubicBezTo>
                      <a:close/>
                    </a:path>
                  </a:pathLst>
                </a:custGeom>
                <a:solidFill>
                  <a:srgbClr val="F4F3F1"/>
                </a:solidFill>
                <a:ln w="9525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IN"/>
                </a:p>
              </p:txBody>
            </p:sp>
          </p:grpSp>
        </p:grp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D636216C-8F37-C3F0-F235-68369FA456B8}"/>
                </a:ext>
              </a:extLst>
            </p:cNvPr>
            <p:cNvSpPr/>
            <p:nvPr/>
          </p:nvSpPr>
          <p:spPr>
            <a:xfrm>
              <a:off x="4109431" y="1501795"/>
              <a:ext cx="1453170" cy="1453168"/>
            </a:xfrm>
            <a:custGeom>
              <a:avLst/>
              <a:gdLst>
                <a:gd name="connsiteX0" fmla="*/ 1155696 w 1717699"/>
                <a:gd name="connsiteY0" fmla="*/ 53178 h 1717699"/>
                <a:gd name="connsiteX1" fmla="*/ 53178 w 1717699"/>
                <a:gd name="connsiteY1" fmla="*/ 562003 h 1717699"/>
                <a:gd name="connsiteX2" fmla="*/ 562003 w 1717699"/>
                <a:gd name="connsiteY2" fmla="*/ 1664522 h 1717699"/>
                <a:gd name="connsiteX3" fmla="*/ 1664522 w 1717699"/>
                <a:gd name="connsiteY3" fmla="*/ 1155696 h 1717699"/>
                <a:gd name="connsiteX4" fmla="*/ 1155696 w 1717699"/>
                <a:gd name="connsiteY4" fmla="*/ 53178 h 17176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7699" h="1717699">
                  <a:moveTo>
                    <a:pt x="1155696" y="53178"/>
                  </a:moveTo>
                  <a:cubicBezTo>
                    <a:pt x="710688" y="-110748"/>
                    <a:pt x="217103" y="116995"/>
                    <a:pt x="53178" y="562003"/>
                  </a:cubicBezTo>
                  <a:cubicBezTo>
                    <a:pt x="-110748" y="1007011"/>
                    <a:pt x="116995" y="1500597"/>
                    <a:pt x="562003" y="1664522"/>
                  </a:cubicBezTo>
                  <a:cubicBezTo>
                    <a:pt x="1007011" y="1828447"/>
                    <a:pt x="1500597" y="1600704"/>
                    <a:pt x="1664522" y="1155696"/>
                  </a:cubicBezTo>
                  <a:cubicBezTo>
                    <a:pt x="1828447" y="710688"/>
                    <a:pt x="1600704" y="217103"/>
                    <a:pt x="1155696" y="53178"/>
                  </a:cubicBezTo>
                  <a:close/>
                </a:path>
              </a:pathLst>
            </a:custGeom>
            <a:gradFill flip="none" rotWithShape="1">
              <a:gsLst>
                <a:gs pos="38000">
                  <a:schemeClr val="accent2"/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3500000" scaled="1"/>
              <a:tileRect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D62B55BB-D942-C589-A0EF-4C54844F288C}"/>
                </a:ext>
              </a:extLst>
            </p:cNvPr>
            <p:cNvSpPr/>
            <p:nvPr/>
          </p:nvSpPr>
          <p:spPr>
            <a:xfrm>
              <a:off x="6866322" y="3114160"/>
              <a:ext cx="1452838" cy="1452838"/>
            </a:xfrm>
            <a:custGeom>
              <a:avLst/>
              <a:gdLst>
                <a:gd name="connsiteX0" fmla="*/ 1407913 w 1717307"/>
                <a:gd name="connsiteY0" fmla="*/ 1518594 h 1717307"/>
                <a:gd name="connsiteX1" fmla="*/ 1518594 w 1717307"/>
                <a:gd name="connsiteY1" fmla="*/ 309395 h 1717307"/>
                <a:gd name="connsiteX2" fmla="*/ 309395 w 1717307"/>
                <a:gd name="connsiteY2" fmla="*/ 198714 h 1717307"/>
                <a:gd name="connsiteX3" fmla="*/ 198714 w 1717307"/>
                <a:gd name="connsiteY3" fmla="*/ 1407913 h 1717307"/>
                <a:gd name="connsiteX4" fmla="*/ 1407913 w 1717307"/>
                <a:gd name="connsiteY4" fmla="*/ 1518594 h 1717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7307" h="1717307">
                  <a:moveTo>
                    <a:pt x="1407913" y="1518594"/>
                  </a:moveTo>
                  <a:cubicBezTo>
                    <a:pt x="1772435" y="1215222"/>
                    <a:pt x="1821965" y="673821"/>
                    <a:pt x="1518594" y="309395"/>
                  </a:cubicBezTo>
                  <a:cubicBezTo>
                    <a:pt x="1215222" y="-55127"/>
                    <a:pt x="673821" y="-104657"/>
                    <a:pt x="309395" y="198714"/>
                  </a:cubicBezTo>
                  <a:cubicBezTo>
                    <a:pt x="-55127" y="502086"/>
                    <a:pt x="-104657" y="1043487"/>
                    <a:pt x="198714" y="1407913"/>
                  </a:cubicBezTo>
                  <a:cubicBezTo>
                    <a:pt x="502086" y="1772435"/>
                    <a:pt x="1043487" y="1821965"/>
                    <a:pt x="1407913" y="1518594"/>
                  </a:cubicBezTo>
                  <a:close/>
                </a:path>
              </a:pathLst>
            </a:custGeom>
            <a:gradFill>
              <a:gsLst>
                <a:gs pos="14000">
                  <a:schemeClr val="accent4"/>
                </a:gs>
                <a:gs pos="90000">
                  <a:schemeClr val="accent3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6C93FAC4-6473-8A80-EC8F-F70B720E7BD3}"/>
                </a:ext>
              </a:extLst>
            </p:cNvPr>
            <p:cNvSpPr/>
            <p:nvPr/>
          </p:nvSpPr>
          <p:spPr>
            <a:xfrm>
              <a:off x="4091640" y="4695167"/>
              <a:ext cx="1453032" cy="1453032"/>
            </a:xfrm>
            <a:custGeom>
              <a:avLst/>
              <a:gdLst>
                <a:gd name="connsiteX0" fmla="*/ 12568 w 1717538"/>
                <a:gd name="connsiteY0" fmla="*/ 1004407 h 1717539"/>
                <a:gd name="connsiteX1" fmla="*/ 1004407 w 1717538"/>
                <a:gd name="connsiteY1" fmla="*/ 1704971 h 1717539"/>
                <a:gd name="connsiteX2" fmla="*/ 1704971 w 1717538"/>
                <a:gd name="connsiteY2" fmla="*/ 713132 h 1717539"/>
                <a:gd name="connsiteX3" fmla="*/ 713132 w 1717538"/>
                <a:gd name="connsiteY3" fmla="*/ 12568 h 1717539"/>
                <a:gd name="connsiteX4" fmla="*/ 12568 w 1717538"/>
                <a:gd name="connsiteY4" fmla="*/ 1004407 h 1717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7538" h="1717539">
                  <a:moveTo>
                    <a:pt x="12568" y="1004407"/>
                  </a:moveTo>
                  <a:cubicBezTo>
                    <a:pt x="93055" y="1471703"/>
                    <a:pt x="537110" y="1785361"/>
                    <a:pt x="1004407" y="1704971"/>
                  </a:cubicBezTo>
                  <a:cubicBezTo>
                    <a:pt x="1471703" y="1624484"/>
                    <a:pt x="1785361" y="1180429"/>
                    <a:pt x="1704971" y="713132"/>
                  </a:cubicBezTo>
                  <a:cubicBezTo>
                    <a:pt x="1624484" y="245836"/>
                    <a:pt x="1180429" y="-67823"/>
                    <a:pt x="713132" y="12568"/>
                  </a:cubicBezTo>
                  <a:cubicBezTo>
                    <a:pt x="245836" y="93055"/>
                    <a:pt x="-67823" y="537110"/>
                    <a:pt x="12568" y="1004407"/>
                  </a:cubicBezTo>
                  <a:close/>
                </a:path>
              </a:pathLst>
            </a:custGeom>
            <a:gradFill>
              <a:gsLst>
                <a:gs pos="38000">
                  <a:schemeClr val="accent6"/>
                </a:gs>
                <a:gs pos="100000">
                  <a:schemeClr val="accent5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EB09CC-3D6B-81CD-4FCB-1542ECEDF242}"/>
                </a:ext>
              </a:extLst>
            </p:cNvPr>
            <p:cNvSpPr/>
            <p:nvPr/>
          </p:nvSpPr>
          <p:spPr>
            <a:xfrm>
              <a:off x="6201650" y="1651580"/>
              <a:ext cx="811892" cy="811892"/>
            </a:xfrm>
            <a:custGeom>
              <a:avLst/>
              <a:gdLst>
                <a:gd name="connsiteX0" fmla="*/ 398369 w 592045"/>
                <a:gd name="connsiteY0" fmla="*/ 18321 h 592045"/>
                <a:gd name="connsiteX1" fmla="*/ 18321 w 592045"/>
                <a:gd name="connsiteY1" fmla="*/ 193677 h 592045"/>
                <a:gd name="connsiteX2" fmla="*/ 193677 w 592045"/>
                <a:gd name="connsiteY2" fmla="*/ 573724 h 592045"/>
                <a:gd name="connsiteX3" fmla="*/ 573724 w 592045"/>
                <a:gd name="connsiteY3" fmla="*/ 398369 h 592045"/>
                <a:gd name="connsiteX4" fmla="*/ 398369 w 592045"/>
                <a:gd name="connsiteY4" fmla="*/ 18321 h 59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045" h="592045">
                  <a:moveTo>
                    <a:pt x="398369" y="18321"/>
                  </a:moveTo>
                  <a:cubicBezTo>
                    <a:pt x="245017" y="-38162"/>
                    <a:pt x="74805" y="40324"/>
                    <a:pt x="18321" y="193677"/>
                  </a:cubicBezTo>
                  <a:cubicBezTo>
                    <a:pt x="-38162" y="347029"/>
                    <a:pt x="40324" y="517241"/>
                    <a:pt x="193677" y="573724"/>
                  </a:cubicBezTo>
                  <a:cubicBezTo>
                    <a:pt x="347029" y="630207"/>
                    <a:pt x="517241" y="551721"/>
                    <a:pt x="573724" y="398369"/>
                  </a:cubicBezTo>
                  <a:cubicBezTo>
                    <a:pt x="630208" y="245016"/>
                    <a:pt x="551721" y="74805"/>
                    <a:pt x="398369" y="18321"/>
                  </a:cubicBezTo>
                  <a:close/>
                </a:path>
              </a:pathLst>
            </a:custGeom>
            <a:solidFill>
              <a:schemeClr val="tx1">
                <a:alpha val="24000"/>
              </a:schemeClr>
            </a:solidFill>
            <a:ln w="9525" cap="flat">
              <a:noFill/>
              <a:prstDash val="solid"/>
              <a:miter/>
            </a:ln>
            <a:effectLst>
              <a:softEdge rad="127000"/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9239E67-40B5-2831-7938-25B0C75D950B}"/>
                </a:ext>
              </a:extLst>
            </p:cNvPr>
            <p:cNvSpPr/>
            <p:nvPr/>
          </p:nvSpPr>
          <p:spPr>
            <a:xfrm>
              <a:off x="3370915" y="3141671"/>
              <a:ext cx="811892" cy="811892"/>
            </a:xfrm>
            <a:custGeom>
              <a:avLst/>
              <a:gdLst>
                <a:gd name="connsiteX0" fmla="*/ 398369 w 592045"/>
                <a:gd name="connsiteY0" fmla="*/ 18321 h 592045"/>
                <a:gd name="connsiteX1" fmla="*/ 18321 w 592045"/>
                <a:gd name="connsiteY1" fmla="*/ 193677 h 592045"/>
                <a:gd name="connsiteX2" fmla="*/ 193677 w 592045"/>
                <a:gd name="connsiteY2" fmla="*/ 573724 h 592045"/>
                <a:gd name="connsiteX3" fmla="*/ 573724 w 592045"/>
                <a:gd name="connsiteY3" fmla="*/ 398369 h 592045"/>
                <a:gd name="connsiteX4" fmla="*/ 398369 w 592045"/>
                <a:gd name="connsiteY4" fmla="*/ 18321 h 59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045" h="592045">
                  <a:moveTo>
                    <a:pt x="398369" y="18321"/>
                  </a:moveTo>
                  <a:cubicBezTo>
                    <a:pt x="245016" y="-38162"/>
                    <a:pt x="74805" y="40324"/>
                    <a:pt x="18321" y="193677"/>
                  </a:cubicBezTo>
                  <a:cubicBezTo>
                    <a:pt x="-38162" y="347029"/>
                    <a:pt x="40324" y="517241"/>
                    <a:pt x="193677" y="573724"/>
                  </a:cubicBezTo>
                  <a:cubicBezTo>
                    <a:pt x="347029" y="630208"/>
                    <a:pt x="517241" y="551721"/>
                    <a:pt x="573724" y="398369"/>
                  </a:cubicBezTo>
                  <a:cubicBezTo>
                    <a:pt x="630207" y="245016"/>
                    <a:pt x="551721" y="74805"/>
                    <a:pt x="398369" y="18321"/>
                  </a:cubicBezTo>
                  <a:close/>
                </a:path>
              </a:pathLst>
            </a:custGeom>
            <a:solidFill>
              <a:schemeClr val="tx1">
                <a:alpha val="24000"/>
              </a:schemeClr>
            </a:solidFill>
            <a:ln w="9525" cap="flat">
              <a:noFill/>
              <a:prstDash val="solid"/>
              <a:miter/>
            </a:ln>
            <a:effectLst>
              <a:softEdge rad="127000"/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E66A9A40-4DBA-F68E-5F6F-7D8E39118811}"/>
                </a:ext>
              </a:extLst>
            </p:cNvPr>
            <p:cNvSpPr/>
            <p:nvPr/>
          </p:nvSpPr>
          <p:spPr>
            <a:xfrm>
              <a:off x="6964725" y="5626138"/>
              <a:ext cx="568344" cy="568344"/>
            </a:xfrm>
            <a:custGeom>
              <a:avLst/>
              <a:gdLst>
                <a:gd name="connsiteX0" fmla="*/ 278851 w 414445"/>
                <a:gd name="connsiteY0" fmla="*/ 12818 h 414445"/>
                <a:gd name="connsiteX1" fmla="*/ 12818 w 414445"/>
                <a:gd name="connsiteY1" fmla="*/ 135595 h 414445"/>
                <a:gd name="connsiteX2" fmla="*/ 135595 w 414445"/>
                <a:gd name="connsiteY2" fmla="*/ 401628 h 414445"/>
                <a:gd name="connsiteX3" fmla="*/ 401628 w 414445"/>
                <a:gd name="connsiteY3" fmla="*/ 278851 h 414445"/>
                <a:gd name="connsiteX4" fmla="*/ 278851 w 414445"/>
                <a:gd name="connsiteY4" fmla="*/ 12818 h 414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45" h="414445">
                  <a:moveTo>
                    <a:pt x="278851" y="12818"/>
                  </a:moveTo>
                  <a:cubicBezTo>
                    <a:pt x="171504" y="-26711"/>
                    <a:pt x="52442" y="28248"/>
                    <a:pt x="12818" y="135595"/>
                  </a:cubicBezTo>
                  <a:cubicBezTo>
                    <a:pt x="-26711" y="242942"/>
                    <a:pt x="28248" y="362004"/>
                    <a:pt x="135595" y="401628"/>
                  </a:cubicBezTo>
                  <a:cubicBezTo>
                    <a:pt x="242942" y="441157"/>
                    <a:pt x="362004" y="386198"/>
                    <a:pt x="401628" y="278851"/>
                  </a:cubicBezTo>
                  <a:cubicBezTo>
                    <a:pt x="441157" y="171504"/>
                    <a:pt x="386198" y="52442"/>
                    <a:pt x="278851" y="12818"/>
                  </a:cubicBezTo>
                  <a:close/>
                </a:path>
              </a:pathLst>
            </a:custGeom>
            <a:solidFill>
              <a:schemeClr val="tx1">
                <a:alpha val="24000"/>
              </a:schemeClr>
            </a:solidFill>
            <a:ln w="9525" cap="flat">
              <a:noFill/>
              <a:prstDash val="solid"/>
              <a:miter/>
            </a:ln>
            <a:effectLst>
              <a:softEdge rad="127000"/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B72E83C-C066-B0E3-58F2-A8122852E3BD}"/>
                </a:ext>
              </a:extLst>
            </p:cNvPr>
            <p:cNvSpPr/>
            <p:nvPr/>
          </p:nvSpPr>
          <p:spPr>
            <a:xfrm>
              <a:off x="8429687" y="4681351"/>
              <a:ext cx="400498" cy="400498"/>
            </a:xfrm>
            <a:custGeom>
              <a:avLst/>
              <a:gdLst>
                <a:gd name="connsiteX0" fmla="*/ 196508 w 292050"/>
                <a:gd name="connsiteY0" fmla="*/ 9056 h 292050"/>
                <a:gd name="connsiteX1" fmla="*/ 9056 w 292050"/>
                <a:gd name="connsiteY1" fmla="*/ 95543 h 292050"/>
                <a:gd name="connsiteX2" fmla="*/ 95543 w 292050"/>
                <a:gd name="connsiteY2" fmla="*/ 282995 h 292050"/>
                <a:gd name="connsiteX3" fmla="*/ 282995 w 292050"/>
                <a:gd name="connsiteY3" fmla="*/ 196508 h 292050"/>
                <a:gd name="connsiteX4" fmla="*/ 196508 w 292050"/>
                <a:gd name="connsiteY4" fmla="*/ 9056 h 29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050" h="292050">
                  <a:moveTo>
                    <a:pt x="196508" y="9056"/>
                  </a:moveTo>
                  <a:cubicBezTo>
                    <a:pt x="120880" y="-18853"/>
                    <a:pt x="36964" y="19914"/>
                    <a:pt x="9056" y="95543"/>
                  </a:cubicBezTo>
                  <a:cubicBezTo>
                    <a:pt x="-18853" y="171171"/>
                    <a:pt x="19914" y="255086"/>
                    <a:pt x="95543" y="282995"/>
                  </a:cubicBezTo>
                  <a:cubicBezTo>
                    <a:pt x="171171" y="310903"/>
                    <a:pt x="255087" y="272136"/>
                    <a:pt x="282995" y="196508"/>
                  </a:cubicBezTo>
                  <a:cubicBezTo>
                    <a:pt x="310903" y="120879"/>
                    <a:pt x="272136" y="36964"/>
                    <a:pt x="196508" y="9056"/>
                  </a:cubicBezTo>
                  <a:close/>
                </a:path>
              </a:pathLst>
            </a:custGeom>
            <a:solidFill>
              <a:schemeClr val="tx1">
                <a:alpha val="24000"/>
              </a:schemeClr>
            </a:solidFill>
            <a:ln w="9525" cap="flat">
              <a:noFill/>
              <a:prstDash val="solid"/>
              <a:miter/>
            </a:ln>
            <a:effectLst>
              <a:softEdge rad="127000"/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6434F41-912B-F15B-0C1A-8FF37F384332}"/>
                </a:ext>
              </a:extLst>
            </p:cNvPr>
            <p:cNvSpPr/>
            <p:nvPr/>
          </p:nvSpPr>
          <p:spPr>
            <a:xfrm>
              <a:off x="6267638" y="1664037"/>
              <a:ext cx="592045" cy="592045"/>
            </a:xfrm>
            <a:custGeom>
              <a:avLst/>
              <a:gdLst>
                <a:gd name="connsiteX0" fmla="*/ 398369 w 592045"/>
                <a:gd name="connsiteY0" fmla="*/ 18321 h 592045"/>
                <a:gd name="connsiteX1" fmla="*/ 18321 w 592045"/>
                <a:gd name="connsiteY1" fmla="*/ 193677 h 592045"/>
                <a:gd name="connsiteX2" fmla="*/ 193677 w 592045"/>
                <a:gd name="connsiteY2" fmla="*/ 573724 h 592045"/>
                <a:gd name="connsiteX3" fmla="*/ 573724 w 592045"/>
                <a:gd name="connsiteY3" fmla="*/ 398369 h 592045"/>
                <a:gd name="connsiteX4" fmla="*/ 398369 w 592045"/>
                <a:gd name="connsiteY4" fmla="*/ 18321 h 59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045" h="592045">
                  <a:moveTo>
                    <a:pt x="398369" y="18321"/>
                  </a:moveTo>
                  <a:cubicBezTo>
                    <a:pt x="245017" y="-38162"/>
                    <a:pt x="74805" y="40324"/>
                    <a:pt x="18321" y="193677"/>
                  </a:cubicBezTo>
                  <a:cubicBezTo>
                    <a:pt x="-38162" y="347029"/>
                    <a:pt x="40324" y="517241"/>
                    <a:pt x="193677" y="573724"/>
                  </a:cubicBezTo>
                  <a:cubicBezTo>
                    <a:pt x="347029" y="630207"/>
                    <a:pt x="517241" y="551721"/>
                    <a:pt x="573724" y="398369"/>
                  </a:cubicBezTo>
                  <a:cubicBezTo>
                    <a:pt x="630208" y="245016"/>
                    <a:pt x="551721" y="74805"/>
                    <a:pt x="398369" y="18321"/>
                  </a:cubicBezTo>
                  <a:close/>
                </a:path>
              </a:pathLst>
            </a:custGeom>
            <a:gradFill>
              <a:gsLst>
                <a:gs pos="18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A7D7121-4B80-C5BC-4762-2833A2037074}"/>
                </a:ext>
              </a:extLst>
            </p:cNvPr>
            <p:cNvSpPr/>
            <p:nvPr/>
          </p:nvSpPr>
          <p:spPr>
            <a:xfrm>
              <a:off x="3436903" y="3154128"/>
              <a:ext cx="592045" cy="592045"/>
            </a:xfrm>
            <a:custGeom>
              <a:avLst/>
              <a:gdLst>
                <a:gd name="connsiteX0" fmla="*/ 398369 w 592045"/>
                <a:gd name="connsiteY0" fmla="*/ 18321 h 592045"/>
                <a:gd name="connsiteX1" fmla="*/ 18321 w 592045"/>
                <a:gd name="connsiteY1" fmla="*/ 193677 h 592045"/>
                <a:gd name="connsiteX2" fmla="*/ 193677 w 592045"/>
                <a:gd name="connsiteY2" fmla="*/ 573724 h 592045"/>
                <a:gd name="connsiteX3" fmla="*/ 573724 w 592045"/>
                <a:gd name="connsiteY3" fmla="*/ 398369 h 592045"/>
                <a:gd name="connsiteX4" fmla="*/ 398369 w 592045"/>
                <a:gd name="connsiteY4" fmla="*/ 18321 h 592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2045" h="592045">
                  <a:moveTo>
                    <a:pt x="398369" y="18321"/>
                  </a:moveTo>
                  <a:cubicBezTo>
                    <a:pt x="245016" y="-38162"/>
                    <a:pt x="74805" y="40324"/>
                    <a:pt x="18321" y="193677"/>
                  </a:cubicBezTo>
                  <a:cubicBezTo>
                    <a:pt x="-38162" y="347029"/>
                    <a:pt x="40324" y="517241"/>
                    <a:pt x="193677" y="573724"/>
                  </a:cubicBezTo>
                  <a:cubicBezTo>
                    <a:pt x="347029" y="630208"/>
                    <a:pt x="517241" y="551721"/>
                    <a:pt x="573724" y="398369"/>
                  </a:cubicBezTo>
                  <a:cubicBezTo>
                    <a:pt x="630207" y="245016"/>
                    <a:pt x="551721" y="74805"/>
                    <a:pt x="398369" y="18321"/>
                  </a:cubicBezTo>
                  <a:close/>
                </a:path>
              </a:pathLst>
            </a:custGeom>
            <a:gradFill>
              <a:gsLst>
                <a:gs pos="18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0552D77-6741-4D48-D140-B61BB2E9A157}"/>
                </a:ext>
              </a:extLst>
            </p:cNvPr>
            <p:cNvSpPr/>
            <p:nvPr/>
          </p:nvSpPr>
          <p:spPr>
            <a:xfrm>
              <a:off x="7008091" y="5595269"/>
              <a:ext cx="414445" cy="414445"/>
            </a:xfrm>
            <a:custGeom>
              <a:avLst/>
              <a:gdLst>
                <a:gd name="connsiteX0" fmla="*/ 278851 w 414445"/>
                <a:gd name="connsiteY0" fmla="*/ 12818 h 414445"/>
                <a:gd name="connsiteX1" fmla="*/ 12818 w 414445"/>
                <a:gd name="connsiteY1" fmla="*/ 135595 h 414445"/>
                <a:gd name="connsiteX2" fmla="*/ 135595 w 414445"/>
                <a:gd name="connsiteY2" fmla="*/ 401628 h 414445"/>
                <a:gd name="connsiteX3" fmla="*/ 401628 w 414445"/>
                <a:gd name="connsiteY3" fmla="*/ 278851 h 414445"/>
                <a:gd name="connsiteX4" fmla="*/ 278851 w 414445"/>
                <a:gd name="connsiteY4" fmla="*/ 12818 h 414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4445" h="414445">
                  <a:moveTo>
                    <a:pt x="278851" y="12818"/>
                  </a:moveTo>
                  <a:cubicBezTo>
                    <a:pt x="171504" y="-26711"/>
                    <a:pt x="52442" y="28248"/>
                    <a:pt x="12818" y="135595"/>
                  </a:cubicBezTo>
                  <a:cubicBezTo>
                    <a:pt x="-26711" y="242942"/>
                    <a:pt x="28248" y="362004"/>
                    <a:pt x="135595" y="401628"/>
                  </a:cubicBezTo>
                  <a:cubicBezTo>
                    <a:pt x="242942" y="441157"/>
                    <a:pt x="362004" y="386198"/>
                    <a:pt x="401628" y="278851"/>
                  </a:cubicBezTo>
                  <a:cubicBezTo>
                    <a:pt x="441157" y="171504"/>
                    <a:pt x="386198" y="52442"/>
                    <a:pt x="278851" y="12818"/>
                  </a:cubicBezTo>
                  <a:close/>
                </a:path>
              </a:pathLst>
            </a:custGeom>
            <a:gradFill>
              <a:gsLst>
                <a:gs pos="18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62ACB3C-677F-AE92-C138-B163A700AC65}"/>
                </a:ext>
              </a:extLst>
            </p:cNvPr>
            <p:cNvSpPr/>
            <p:nvPr/>
          </p:nvSpPr>
          <p:spPr>
            <a:xfrm>
              <a:off x="8457462" y="4620623"/>
              <a:ext cx="292050" cy="292050"/>
            </a:xfrm>
            <a:custGeom>
              <a:avLst/>
              <a:gdLst>
                <a:gd name="connsiteX0" fmla="*/ 196508 w 292050"/>
                <a:gd name="connsiteY0" fmla="*/ 9056 h 292050"/>
                <a:gd name="connsiteX1" fmla="*/ 9056 w 292050"/>
                <a:gd name="connsiteY1" fmla="*/ 95543 h 292050"/>
                <a:gd name="connsiteX2" fmla="*/ 95543 w 292050"/>
                <a:gd name="connsiteY2" fmla="*/ 282995 h 292050"/>
                <a:gd name="connsiteX3" fmla="*/ 282995 w 292050"/>
                <a:gd name="connsiteY3" fmla="*/ 196508 h 292050"/>
                <a:gd name="connsiteX4" fmla="*/ 196508 w 292050"/>
                <a:gd name="connsiteY4" fmla="*/ 9056 h 292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2050" h="292050">
                  <a:moveTo>
                    <a:pt x="196508" y="9056"/>
                  </a:moveTo>
                  <a:cubicBezTo>
                    <a:pt x="120880" y="-18853"/>
                    <a:pt x="36964" y="19914"/>
                    <a:pt x="9056" y="95543"/>
                  </a:cubicBezTo>
                  <a:cubicBezTo>
                    <a:pt x="-18853" y="171171"/>
                    <a:pt x="19914" y="255086"/>
                    <a:pt x="95543" y="282995"/>
                  </a:cubicBezTo>
                  <a:cubicBezTo>
                    <a:pt x="171171" y="310903"/>
                    <a:pt x="255087" y="272136"/>
                    <a:pt x="282995" y="196508"/>
                  </a:cubicBezTo>
                  <a:cubicBezTo>
                    <a:pt x="310903" y="120879"/>
                    <a:pt x="272136" y="36964"/>
                    <a:pt x="196508" y="9056"/>
                  </a:cubicBezTo>
                  <a:close/>
                </a:path>
              </a:pathLst>
            </a:custGeom>
            <a:gradFill>
              <a:gsLst>
                <a:gs pos="18000">
                  <a:schemeClr val="bg1">
                    <a:lumMod val="95000"/>
                  </a:schemeClr>
                </a:gs>
                <a:gs pos="100000">
                  <a:schemeClr val="bg1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AF5E717-6C3C-3F67-A0CD-0D99890590C3}"/>
                </a:ext>
              </a:extLst>
            </p:cNvPr>
            <p:cNvSpPr/>
            <p:nvPr/>
          </p:nvSpPr>
          <p:spPr>
            <a:xfrm>
              <a:off x="5058603" y="3138079"/>
              <a:ext cx="1384142" cy="1384142"/>
            </a:xfrm>
            <a:custGeom>
              <a:avLst/>
              <a:gdLst>
                <a:gd name="connsiteX0" fmla="*/ 830603 w 1234486"/>
                <a:gd name="connsiteY0" fmla="*/ 38218 h 1234486"/>
                <a:gd name="connsiteX1" fmla="*/ 38218 w 1234486"/>
                <a:gd name="connsiteY1" fmla="*/ 403883 h 1234486"/>
                <a:gd name="connsiteX2" fmla="*/ 403883 w 1234486"/>
                <a:gd name="connsiteY2" fmla="*/ 1196268 h 1234486"/>
                <a:gd name="connsiteX3" fmla="*/ 1196268 w 1234486"/>
                <a:gd name="connsiteY3" fmla="*/ 830603 h 1234486"/>
                <a:gd name="connsiteX4" fmla="*/ 830603 w 1234486"/>
                <a:gd name="connsiteY4" fmla="*/ 38218 h 1234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486" h="1234486">
                  <a:moveTo>
                    <a:pt x="830603" y="38218"/>
                  </a:moveTo>
                  <a:cubicBezTo>
                    <a:pt x="510754" y="-79606"/>
                    <a:pt x="156043" y="84129"/>
                    <a:pt x="38218" y="403883"/>
                  </a:cubicBezTo>
                  <a:cubicBezTo>
                    <a:pt x="-79606" y="723733"/>
                    <a:pt x="84129" y="1078444"/>
                    <a:pt x="403883" y="1196268"/>
                  </a:cubicBezTo>
                  <a:cubicBezTo>
                    <a:pt x="723733" y="1314092"/>
                    <a:pt x="1078444" y="1150358"/>
                    <a:pt x="1196268" y="830603"/>
                  </a:cubicBezTo>
                  <a:cubicBezTo>
                    <a:pt x="1314092" y="510754"/>
                    <a:pt x="1150357" y="156043"/>
                    <a:pt x="830603" y="38218"/>
                  </a:cubicBezTo>
                  <a:close/>
                </a:path>
              </a:pathLst>
            </a:custGeom>
            <a:gradFill>
              <a:gsLst>
                <a:gs pos="38000">
                  <a:schemeClr val="accent2"/>
                </a:gs>
                <a:gs pos="100000">
                  <a:schemeClr val="accent1"/>
                </a:gs>
              </a:gsLst>
              <a:lin ang="13500000" scaled="1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C84B65E-CB41-68C7-1E0E-70D796E0F0CB}"/>
                </a:ext>
              </a:extLst>
            </p:cNvPr>
            <p:cNvSpPr/>
            <p:nvPr/>
          </p:nvSpPr>
          <p:spPr>
            <a:xfrm>
              <a:off x="5238114" y="3319230"/>
              <a:ext cx="1021841" cy="1021841"/>
            </a:xfrm>
            <a:custGeom>
              <a:avLst/>
              <a:gdLst>
                <a:gd name="connsiteX0" fmla="*/ 1021842 w 1021841"/>
                <a:gd name="connsiteY0" fmla="*/ 510921 h 1021841"/>
                <a:gd name="connsiteX1" fmla="*/ 510921 w 1021841"/>
                <a:gd name="connsiteY1" fmla="*/ 1021842 h 1021841"/>
                <a:gd name="connsiteX2" fmla="*/ 0 w 1021841"/>
                <a:gd name="connsiteY2" fmla="*/ 510921 h 1021841"/>
                <a:gd name="connsiteX3" fmla="*/ 510921 w 1021841"/>
                <a:gd name="connsiteY3" fmla="*/ 0 h 1021841"/>
                <a:gd name="connsiteX4" fmla="*/ 1021842 w 1021841"/>
                <a:gd name="connsiteY4" fmla="*/ 510921 h 102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1841" h="1021841">
                  <a:moveTo>
                    <a:pt x="1021842" y="510921"/>
                  </a:moveTo>
                  <a:cubicBezTo>
                    <a:pt x="1021842" y="793095"/>
                    <a:pt x="793095" y="1021842"/>
                    <a:pt x="510921" y="1021842"/>
                  </a:cubicBezTo>
                  <a:cubicBezTo>
                    <a:pt x="228747" y="1021842"/>
                    <a:pt x="0" y="793095"/>
                    <a:pt x="0" y="510921"/>
                  </a:cubicBezTo>
                  <a:cubicBezTo>
                    <a:pt x="0" y="228747"/>
                    <a:pt x="228747" y="0"/>
                    <a:pt x="510921" y="0"/>
                  </a:cubicBezTo>
                  <a:cubicBezTo>
                    <a:pt x="793095" y="0"/>
                    <a:pt x="1021842" y="228747"/>
                    <a:pt x="1021842" y="510921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03E29577-D37D-4F1E-12AF-E2A6894A1F30}"/>
                </a:ext>
              </a:extLst>
            </p:cNvPr>
            <p:cNvSpPr/>
            <p:nvPr/>
          </p:nvSpPr>
          <p:spPr>
            <a:xfrm>
              <a:off x="5131996" y="3211472"/>
              <a:ext cx="1237356" cy="1237356"/>
            </a:xfrm>
            <a:custGeom>
              <a:avLst/>
              <a:gdLst>
                <a:gd name="connsiteX0" fmla="*/ 830603 w 1234486"/>
                <a:gd name="connsiteY0" fmla="*/ 38218 h 1234486"/>
                <a:gd name="connsiteX1" fmla="*/ 38218 w 1234486"/>
                <a:gd name="connsiteY1" fmla="*/ 403883 h 1234486"/>
                <a:gd name="connsiteX2" fmla="*/ 403883 w 1234486"/>
                <a:gd name="connsiteY2" fmla="*/ 1196268 h 1234486"/>
                <a:gd name="connsiteX3" fmla="*/ 1196268 w 1234486"/>
                <a:gd name="connsiteY3" fmla="*/ 830603 h 1234486"/>
                <a:gd name="connsiteX4" fmla="*/ 830603 w 1234486"/>
                <a:gd name="connsiteY4" fmla="*/ 38218 h 12344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4486" h="1234486">
                  <a:moveTo>
                    <a:pt x="830603" y="38218"/>
                  </a:moveTo>
                  <a:cubicBezTo>
                    <a:pt x="510754" y="-79606"/>
                    <a:pt x="156043" y="84129"/>
                    <a:pt x="38218" y="403883"/>
                  </a:cubicBezTo>
                  <a:cubicBezTo>
                    <a:pt x="-79606" y="723733"/>
                    <a:pt x="84129" y="1078444"/>
                    <a:pt x="403883" y="1196268"/>
                  </a:cubicBezTo>
                  <a:cubicBezTo>
                    <a:pt x="723733" y="1314092"/>
                    <a:pt x="1078444" y="1150358"/>
                    <a:pt x="1196268" y="830603"/>
                  </a:cubicBezTo>
                  <a:cubicBezTo>
                    <a:pt x="1314092" y="510754"/>
                    <a:pt x="1150357" y="156043"/>
                    <a:pt x="830603" y="38218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C0692BE-2952-21B0-B8B7-8D0E5524ADF7}"/>
                </a:ext>
              </a:extLst>
            </p:cNvPr>
            <p:cNvSpPr txBox="1"/>
            <p:nvPr/>
          </p:nvSpPr>
          <p:spPr>
            <a:xfrm>
              <a:off x="5043237" y="3493486"/>
              <a:ext cx="1411596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IN" sz="1200" b="1" dirty="0"/>
                <a:t>3-ITEM INFOGRAPHIC DIAGRAM</a:t>
              </a:r>
            </a:p>
          </p:txBody>
        </p:sp>
        <p:pic>
          <p:nvPicPr>
            <p:cNvPr id="63" name="Graphic 62" descr="Daily calendar outline">
              <a:extLst>
                <a:ext uri="{FF2B5EF4-FFF2-40B4-BE49-F238E27FC236}">
                  <a16:creationId xmlns:a16="http://schemas.microsoft.com/office/drawing/2014/main" id="{F5A1D436-5503-9F79-380B-CCE060BA1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19563" y="5123090"/>
              <a:ext cx="597186" cy="597186"/>
            </a:xfrm>
            <a:prstGeom prst="rect">
              <a:avLst/>
            </a:prstGeom>
          </p:spPr>
        </p:pic>
        <p:pic>
          <p:nvPicPr>
            <p:cNvPr id="65" name="Graphic 64" descr="Gears outline">
              <a:extLst>
                <a:ext uri="{FF2B5EF4-FFF2-40B4-BE49-F238E27FC236}">
                  <a16:creationId xmlns:a16="http://schemas.microsoft.com/office/drawing/2014/main" id="{2FC1F335-F62A-E153-E227-75A491C4A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294148" y="3541986"/>
              <a:ext cx="597186" cy="597186"/>
            </a:xfrm>
            <a:prstGeom prst="rect">
              <a:avLst/>
            </a:prstGeom>
          </p:spPr>
        </p:pic>
        <p:pic>
          <p:nvPicPr>
            <p:cNvPr id="67" name="Graphic 66" descr="Lights On outline">
              <a:extLst>
                <a:ext uri="{FF2B5EF4-FFF2-40B4-BE49-F238E27FC236}">
                  <a16:creationId xmlns:a16="http://schemas.microsoft.com/office/drawing/2014/main" id="{B657923D-0A48-C0FF-9D09-C0DB8BE34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37423" y="1929786"/>
              <a:ext cx="597186" cy="597186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0A14D51E-3918-640A-4CD4-BCE2A6FC4116}"/>
              </a:ext>
            </a:extLst>
          </p:cNvPr>
          <p:cNvGrpSpPr/>
          <p:nvPr/>
        </p:nvGrpSpPr>
        <p:grpSpPr>
          <a:xfrm>
            <a:off x="9074385" y="3846153"/>
            <a:ext cx="2181470" cy="840260"/>
            <a:chOff x="1124465" y="1495167"/>
            <a:chExt cx="2181470" cy="84026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738EB56-0612-F18E-B80E-5605168475A7}"/>
                </a:ext>
              </a:extLst>
            </p:cNvPr>
            <p:cNvSpPr txBox="1"/>
            <p:nvPr/>
          </p:nvSpPr>
          <p:spPr>
            <a:xfrm>
              <a:off x="1124465" y="1866422"/>
              <a:ext cx="2181470" cy="4690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This is a sample text. Insert your desired text here.</a:t>
              </a:r>
              <a:endParaRPr lang="en-US" sz="1400" b="1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B20AAFB-0C4D-362F-5E9D-F69AAFF0F84F}"/>
                </a:ext>
              </a:extLst>
            </p:cNvPr>
            <p:cNvSpPr txBox="1"/>
            <p:nvPr/>
          </p:nvSpPr>
          <p:spPr>
            <a:xfrm>
              <a:off x="1124465" y="1495167"/>
              <a:ext cx="2181470" cy="25300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ct val="90000"/>
                </a:lnSpc>
              </a:pPr>
              <a:r>
                <a:rPr lang="en-US" sz="1800" b="1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Edit Text 03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69BC0A9-0DFD-6F8D-EFAB-34EA3688350E}"/>
              </a:ext>
            </a:extLst>
          </p:cNvPr>
          <p:cNvSpPr txBox="1"/>
          <p:nvPr/>
        </p:nvSpPr>
        <p:spPr>
          <a:xfrm>
            <a:off x="9074385" y="3057955"/>
            <a:ext cx="839688" cy="5734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r>
              <a:rPr lang="en-US" sz="4400" b="1" dirty="0">
                <a:solidFill>
                  <a:schemeClr val="accent4"/>
                </a:solidFill>
              </a:rPr>
              <a:t>02</a:t>
            </a:r>
            <a:endParaRPr lang="en-IN" sz="4400" b="1" dirty="0">
              <a:solidFill>
                <a:schemeClr val="accent4"/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43F97F05-B2B1-CC9F-8BD5-14977CA47721}"/>
              </a:ext>
            </a:extLst>
          </p:cNvPr>
          <p:cNvGrpSpPr/>
          <p:nvPr/>
        </p:nvGrpSpPr>
        <p:grpSpPr>
          <a:xfrm>
            <a:off x="932969" y="1433436"/>
            <a:ext cx="2181470" cy="1572458"/>
            <a:chOff x="1141400" y="1433436"/>
            <a:chExt cx="2181470" cy="157245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A10C8D9A-CFB5-CDF7-D8CA-C9A6FF67D8CA}"/>
                </a:ext>
              </a:extLst>
            </p:cNvPr>
            <p:cNvGrpSpPr/>
            <p:nvPr/>
          </p:nvGrpSpPr>
          <p:grpSpPr>
            <a:xfrm>
              <a:off x="1141400" y="2165634"/>
              <a:ext cx="2181470" cy="840260"/>
              <a:chOff x="1124465" y="1495167"/>
              <a:chExt cx="2181470" cy="840260"/>
            </a:xfrm>
          </p:grpSpPr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E0D932DB-4900-D4DB-ED7C-CF12592336CD}"/>
                  </a:ext>
                </a:extLst>
              </p:cNvPr>
              <p:cNvSpPr txBox="1"/>
              <p:nvPr/>
            </p:nvSpPr>
            <p:spPr>
              <a:xfrm>
                <a:off x="1124465" y="1866422"/>
                <a:ext cx="2181470" cy="469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r">
                  <a:lnSpc>
                    <a:spcPct val="90000"/>
                  </a:lnSpc>
                </a:pPr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Insert your desired text here.</a:t>
                </a:r>
                <a:endParaRPr lang="en-US" sz="1400" b="1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36680AF-7611-7A4A-515E-11A17229E6B5}"/>
                  </a:ext>
                </a:extLst>
              </p:cNvPr>
              <p:cNvSpPr txBox="1"/>
              <p:nvPr/>
            </p:nvSpPr>
            <p:spPr>
              <a:xfrm>
                <a:off x="1124465" y="1495167"/>
                <a:ext cx="2181470" cy="253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r">
                  <a:lnSpc>
                    <a:spcPct val="90000"/>
                  </a:lnSpc>
                </a:pPr>
                <a:r>
                  <a:rPr 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Edit Text 01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9A1D98F5-EE8F-40D9-ADB3-87DEFDB751BF}"/>
                </a:ext>
              </a:extLst>
            </p:cNvPr>
            <p:cNvSpPr txBox="1"/>
            <p:nvPr/>
          </p:nvSpPr>
          <p:spPr>
            <a:xfrm>
              <a:off x="2483182" y="1433436"/>
              <a:ext cx="839688" cy="5734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en-US" sz="4400" b="1" dirty="0">
                  <a:solidFill>
                    <a:schemeClr val="accent2"/>
                  </a:solidFill>
                </a:rPr>
                <a:t>01</a:t>
              </a:r>
              <a:endParaRPr lang="en-IN" sz="4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DE387E3E-C9C6-B199-0601-3B77286D14CA}"/>
              </a:ext>
            </a:extLst>
          </p:cNvPr>
          <p:cNvGrpSpPr/>
          <p:nvPr/>
        </p:nvGrpSpPr>
        <p:grpSpPr>
          <a:xfrm>
            <a:off x="932969" y="4731113"/>
            <a:ext cx="2181470" cy="1559836"/>
            <a:chOff x="1141400" y="4731113"/>
            <a:chExt cx="2181470" cy="1559836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308EBABB-899D-2CE1-FF79-FAEE4EDEC35B}"/>
                </a:ext>
              </a:extLst>
            </p:cNvPr>
            <p:cNvGrpSpPr/>
            <p:nvPr/>
          </p:nvGrpSpPr>
          <p:grpSpPr>
            <a:xfrm>
              <a:off x="1141400" y="5450689"/>
              <a:ext cx="2181470" cy="840260"/>
              <a:chOff x="1124465" y="1495167"/>
              <a:chExt cx="2181470" cy="840260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3ADC9D-98F2-FAE5-4DF0-D63D3DD18BD0}"/>
                  </a:ext>
                </a:extLst>
              </p:cNvPr>
              <p:cNvSpPr txBox="1"/>
              <p:nvPr/>
            </p:nvSpPr>
            <p:spPr>
              <a:xfrm>
                <a:off x="1124465" y="1866422"/>
                <a:ext cx="2181470" cy="469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r">
                  <a:lnSpc>
                    <a:spcPct val="90000"/>
                  </a:lnSpc>
                </a:pPr>
                <a:r>
                  <a:rPr lang="en-US" sz="1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This is a sample text. Insert your desired text here.</a:t>
                </a:r>
                <a:endParaRPr lang="en-US" sz="1400" b="1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3C24054-F15E-17BC-6D7E-5284BABFA8D3}"/>
                  </a:ext>
                </a:extLst>
              </p:cNvPr>
              <p:cNvSpPr txBox="1"/>
              <p:nvPr/>
            </p:nvSpPr>
            <p:spPr>
              <a:xfrm>
                <a:off x="1124465" y="1495167"/>
                <a:ext cx="2181470" cy="25300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r">
                  <a:lnSpc>
                    <a:spcPct val="90000"/>
                  </a:lnSpc>
                </a:pPr>
                <a:r>
                  <a:rPr lang="en-US" sz="1800" b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</a:rPr>
                  <a:t>Edit Text 02</a:t>
                </a: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0868B5F1-A8F6-11AB-E87E-E2AB60C3F371}"/>
                </a:ext>
              </a:extLst>
            </p:cNvPr>
            <p:cNvSpPr txBox="1"/>
            <p:nvPr/>
          </p:nvSpPr>
          <p:spPr>
            <a:xfrm>
              <a:off x="2483182" y="4731113"/>
              <a:ext cx="839688" cy="57341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r"/>
              <a:r>
                <a:rPr lang="en-US" sz="4400" b="1" dirty="0">
                  <a:solidFill>
                    <a:schemeClr val="accent6"/>
                  </a:solidFill>
                </a:rPr>
                <a:t>03</a:t>
              </a:r>
              <a:endParaRPr lang="en-IN" sz="4400" b="1" dirty="0">
                <a:solidFill>
                  <a:schemeClr val="accent6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4762" y="2679"/>
            <a:ext cx="12179305" cy="6864439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013">
              <a:defRPr/>
            </a:pPr>
            <a:endParaRPr lang="es-UY" sz="2398">
              <a:solidFill>
                <a:prstClr val="white"/>
              </a:solidFill>
              <a:latin typeface="Calibri"/>
            </a:endParaRPr>
          </a:p>
        </p:txBody>
      </p:sp>
      <p:sp>
        <p:nvSpPr>
          <p:cNvPr id="20" name="Up Ribbon 19"/>
          <p:cNvSpPr/>
          <p:nvPr/>
        </p:nvSpPr>
        <p:spPr>
          <a:xfrm>
            <a:off x="6169969" y="1842732"/>
            <a:ext cx="5585326" cy="1367510"/>
          </a:xfrm>
          <a:prstGeom prst="ribbon2">
            <a:avLst>
              <a:gd name="adj1" fmla="val 16667"/>
              <a:gd name="adj2" fmla="val 75000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013">
              <a:defRPr/>
            </a:pPr>
            <a:endParaRPr lang="es-UY" sz="2398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4" name="Rounded Rectangle 13">
            <a:hlinkClick r:id="rId3"/>
          </p:cNvPr>
          <p:cNvSpPr/>
          <p:nvPr/>
        </p:nvSpPr>
        <p:spPr>
          <a:xfrm>
            <a:off x="7464586" y="4649778"/>
            <a:ext cx="2836865" cy="608965"/>
          </a:xfrm>
          <a:prstGeom prst="roundRect">
            <a:avLst/>
          </a:prstGeom>
          <a:solidFill>
            <a:srgbClr val="F794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013">
              <a:defRPr/>
            </a:pPr>
            <a:r>
              <a:rPr lang="en-US" sz="2398" b="1" dirty="0">
                <a:solidFill>
                  <a:prstClr val="white"/>
                </a:solidFill>
                <a:latin typeface="Calibri"/>
              </a:rPr>
              <a:t>SUBSCRIBE NOW</a:t>
            </a:r>
            <a:endParaRPr lang="es-UY" sz="2398" b="1" dirty="0">
              <a:solidFill>
                <a:prstClr val="white"/>
              </a:solidFill>
              <a:latin typeface="Calibri"/>
            </a:endParaRPr>
          </a:p>
        </p:txBody>
      </p:sp>
      <p:pic>
        <p:nvPicPr>
          <p:cNvPr id="1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4683" y="764086"/>
            <a:ext cx="2788938" cy="52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Freeform 19"/>
          <p:cNvSpPr>
            <a:spLocks noChangeAspect="1" noEditPoints="1"/>
          </p:cNvSpPr>
          <p:nvPr/>
        </p:nvSpPr>
        <p:spPr bwMode="auto">
          <a:xfrm rot="7401880">
            <a:off x="10474096" y="4034370"/>
            <a:ext cx="1842755" cy="742177"/>
          </a:xfrm>
          <a:custGeom>
            <a:avLst/>
            <a:gdLst>
              <a:gd name="T0" fmla="*/ 715 w 868"/>
              <a:gd name="T1" fmla="*/ 128 h 351"/>
              <a:gd name="T2" fmla="*/ 363 w 868"/>
              <a:gd name="T3" fmla="*/ 50 h 351"/>
              <a:gd name="T4" fmla="*/ 226 w 868"/>
              <a:gd name="T5" fmla="*/ 94 h 351"/>
              <a:gd name="T6" fmla="*/ 155 w 868"/>
              <a:gd name="T7" fmla="*/ 112 h 351"/>
              <a:gd name="T8" fmla="*/ 111 w 868"/>
              <a:gd name="T9" fmla="*/ 138 h 351"/>
              <a:gd name="T10" fmla="*/ 85 w 868"/>
              <a:gd name="T11" fmla="*/ 163 h 351"/>
              <a:gd name="T12" fmla="*/ 104 w 868"/>
              <a:gd name="T13" fmla="*/ 185 h 351"/>
              <a:gd name="T14" fmla="*/ 69 w 868"/>
              <a:gd name="T15" fmla="*/ 174 h 351"/>
              <a:gd name="T16" fmla="*/ 92 w 868"/>
              <a:gd name="T17" fmla="*/ 203 h 351"/>
              <a:gd name="T18" fmla="*/ 66 w 868"/>
              <a:gd name="T19" fmla="*/ 192 h 351"/>
              <a:gd name="T20" fmla="*/ 75 w 868"/>
              <a:gd name="T21" fmla="*/ 207 h 351"/>
              <a:gd name="T22" fmla="*/ 72 w 868"/>
              <a:gd name="T23" fmla="*/ 224 h 351"/>
              <a:gd name="T24" fmla="*/ 64 w 868"/>
              <a:gd name="T25" fmla="*/ 228 h 351"/>
              <a:gd name="T26" fmla="*/ 29 w 868"/>
              <a:gd name="T27" fmla="*/ 217 h 351"/>
              <a:gd name="T28" fmla="*/ 31 w 868"/>
              <a:gd name="T29" fmla="*/ 228 h 351"/>
              <a:gd name="T30" fmla="*/ 53 w 868"/>
              <a:gd name="T31" fmla="*/ 253 h 351"/>
              <a:gd name="T32" fmla="*/ 36 w 868"/>
              <a:gd name="T33" fmla="*/ 257 h 351"/>
              <a:gd name="T34" fmla="*/ 774 w 868"/>
              <a:gd name="T35" fmla="*/ 258 h 351"/>
              <a:gd name="T36" fmla="*/ 640 w 868"/>
              <a:gd name="T37" fmla="*/ 136 h 351"/>
              <a:gd name="T38" fmla="*/ 376 w 868"/>
              <a:gd name="T39" fmla="*/ 47 h 351"/>
              <a:gd name="T40" fmla="*/ 235 w 868"/>
              <a:gd name="T41" fmla="*/ 76 h 351"/>
              <a:gd name="T42" fmla="*/ 221 w 868"/>
              <a:gd name="T43" fmla="*/ 70 h 351"/>
              <a:gd name="T44" fmla="*/ 180 w 868"/>
              <a:gd name="T45" fmla="*/ 89 h 351"/>
              <a:gd name="T46" fmla="*/ 168 w 868"/>
              <a:gd name="T47" fmla="*/ 110 h 351"/>
              <a:gd name="T48" fmla="*/ 140 w 868"/>
              <a:gd name="T49" fmla="*/ 145 h 351"/>
              <a:gd name="T50" fmla="*/ 81 w 868"/>
              <a:gd name="T51" fmla="*/ 192 h 351"/>
              <a:gd name="T52" fmla="*/ 126 w 868"/>
              <a:gd name="T53" fmla="*/ 134 h 351"/>
              <a:gd name="T54" fmla="*/ 253 w 868"/>
              <a:gd name="T55" fmla="*/ 36 h 351"/>
              <a:gd name="T56" fmla="*/ 399 w 868"/>
              <a:gd name="T57" fmla="*/ 2 h 351"/>
              <a:gd name="T58" fmla="*/ 510 w 868"/>
              <a:gd name="T59" fmla="*/ 14 h 351"/>
              <a:gd name="T60" fmla="*/ 732 w 868"/>
              <a:gd name="T61" fmla="*/ 145 h 351"/>
              <a:gd name="T62" fmla="*/ 794 w 868"/>
              <a:gd name="T63" fmla="*/ 260 h 351"/>
              <a:gd name="T64" fmla="*/ 787 w 868"/>
              <a:gd name="T65" fmla="*/ 222 h 351"/>
              <a:gd name="T66" fmla="*/ 721 w 868"/>
              <a:gd name="T67" fmla="*/ 150 h 351"/>
              <a:gd name="T68" fmla="*/ 533 w 868"/>
              <a:gd name="T69" fmla="*/ 22 h 351"/>
              <a:gd name="T70" fmla="*/ 380 w 868"/>
              <a:gd name="T71" fmla="*/ 47 h 351"/>
              <a:gd name="T72" fmla="*/ 307 w 868"/>
              <a:gd name="T73" fmla="*/ 53 h 351"/>
              <a:gd name="T74" fmla="*/ 281 w 868"/>
              <a:gd name="T75" fmla="*/ 47 h 351"/>
              <a:gd name="T76" fmla="*/ 242 w 868"/>
              <a:gd name="T77" fmla="*/ 43 h 351"/>
              <a:gd name="T78" fmla="*/ 222 w 868"/>
              <a:gd name="T79" fmla="*/ 51 h 351"/>
              <a:gd name="T80" fmla="*/ 197 w 868"/>
              <a:gd name="T81" fmla="*/ 73 h 351"/>
              <a:gd name="T82" fmla="*/ 164 w 868"/>
              <a:gd name="T83" fmla="*/ 99 h 351"/>
              <a:gd name="T84" fmla="*/ 142 w 868"/>
              <a:gd name="T85" fmla="*/ 117 h 351"/>
              <a:gd name="T86" fmla="*/ 141 w 868"/>
              <a:gd name="T87" fmla="*/ 138 h 351"/>
              <a:gd name="T88" fmla="*/ 124 w 868"/>
              <a:gd name="T89" fmla="*/ 129 h 351"/>
              <a:gd name="T90" fmla="*/ 113 w 868"/>
              <a:gd name="T91" fmla="*/ 142 h 351"/>
              <a:gd name="T92" fmla="*/ 337 w 868"/>
              <a:gd name="T93" fmla="*/ 9 h 351"/>
              <a:gd name="T94" fmla="*/ 168 w 868"/>
              <a:gd name="T95" fmla="*/ 125 h 351"/>
              <a:gd name="T96" fmla="*/ 197 w 868"/>
              <a:gd name="T97" fmla="*/ 105 h 351"/>
              <a:gd name="T98" fmla="*/ 131 w 868"/>
              <a:gd name="T99" fmla="*/ 159 h 351"/>
              <a:gd name="T100" fmla="*/ 88 w 868"/>
              <a:gd name="T101" fmla="*/ 171 h 351"/>
              <a:gd name="T102" fmla="*/ 85 w 868"/>
              <a:gd name="T103" fmla="*/ 191 h 351"/>
              <a:gd name="T104" fmla="*/ 79 w 868"/>
              <a:gd name="T105" fmla="*/ 215 h 351"/>
              <a:gd name="T106" fmla="*/ 48 w 868"/>
              <a:gd name="T107" fmla="*/ 193 h 351"/>
              <a:gd name="T108" fmla="*/ 64 w 868"/>
              <a:gd name="T109" fmla="*/ 238 h 351"/>
              <a:gd name="T110" fmla="*/ 17 w 868"/>
              <a:gd name="T111" fmla="*/ 235 h 351"/>
              <a:gd name="T112" fmla="*/ 87 w 868"/>
              <a:gd name="T113" fmla="*/ 158 h 351"/>
              <a:gd name="T114" fmla="*/ 865 w 868"/>
              <a:gd name="T115" fmla="*/ 172 h 351"/>
              <a:gd name="T116" fmla="*/ 859 w 868"/>
              <a:gd name="T117" fmla="*/ 117 h 351"/>
              <a:gd name="T118" fmla="*/ 782 w 868"/>
              <a:gd name="T119" fmla="*/ 277 h 351"/>
              <a:gd name="T120" fmla="*/ 841 w 868"/>
              <a:gd name="T121" fmla="*/ 164 h 351"/>
              <a:gd name="T122" fmla="*/ 861 w 868"/>
              <a:gd name="T123" fmla="*/ 201 h 351"/>
              <a:gd name="T124" fmla="*/ 666 w 868"/>
              <a:gd name="T125" fmla="*/ 296 h 3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868" h="351">
                <a:moveTo>
                  <a:pt x="813" y="278"/>
                </a:moveTo>
                <a:cubicBezTo>
                  <a:pt x="812" y="276"/>
                  <a:pt x="811" y="275"/>
                  <a:pt x="812" y="275"/>
                </a:cubicBezTo>
                <a:cubicBezTo>
                  <a:pt x="813" y="277"/>
                  <a:pt x="813" y="278"/>
                  <a:pt x="813" y="278"/>
                </a:cubicBezTo>
                <a:close/>
                <a:moveTo>
                  <a:pt x="812" y="266"/>
                </a:moveTo>
                <a:cubicBezTo>
                  <a:pt x="813" y="269"/>
                  <a:pt x="814" y="269"/>
                  <a:pt x="814" y="271"/>
                </a:cubicBezTo>
                <a:cubicBezTo>
                  <a:pt x="813" y="267"/>
                  <a:pt x="813" y="271"/>
                  <a:pt x="813" y="270"/>
                </a:cubicBezTo>
                <a:cubicBezTo>
                  <a:pt x="815" y="276"/>
                  <a:pt x="814" y="270"/>
                  <a:pt x="815" y="272"/>
                </a:cubicBezTo>
                <a:cubicBezTo>
                  <a:pt x="814" y="268"/>
                  <a:pt x="813" y="267"/>
                  <a:pt x="812" y="266"/>
                </a:cubicBezTo>
                <a:close/>
                <a:moveTo>
                  <a:pt x="781" y="282"/>
                </a:moveTo>
                <a:cubicBezTo>
                  <a:pt x="782" y="285"/>
                  <a:pt x="783" y="285"/>
                  <a:pt x="784" y="284"/>
                </a:cubicBezTo>
                <a:cubicBezTo>
                  <a:pt x="782" y="282"/>
                  <a:pt x="782" y="282"/>
                  <a:pt x="781" y="282"/>
                </a:cubicBezTo>
                <a:close/>
                <a:moveTo>
                  <a:pt x="798" y="267"/>
                </a:moveTo>
                <a:cubicBezTo>
                  <a:pt x="798" y="268"/>
                  <a:pt x="801" y="272"/>
                  <a:pt x="801" y="272"/>
                </a:cubicBezTo>
                <a:cubicBezTo>
                  <a:pt x="801" y="269"/>
                  <a:pt x="799" y="267"/>
                  <a:pt x="798" y="267"/>
                </a:cubicBezTo>
                <a:close/>
                <a:moveTo>
                  <a:pt x="791" y="270"/>
                </a:moveTo>
                <a:cubicBezTo>
                  <a:pt x="791" y="272"/>
                  <a:pt x="793" y="275"/>
                  <a:pt x="793" y="276"/>
                </a:cubicBezTo>
                <a:cubicBezTo>
                  <a:pt x="793" y="274"/>
                  <a:pt x="791" y="271"/>
                  <a:pt x="791" y="270"/>
                </a:cubicBezTo>
                <a:close/>
                <a:moveTo>
                  <a:pt x="789" y="269"/>
                </a:moveTo>
                <a:cubicBezTo>
                  <a:pt x="788" y="269"/>
                  <a:pt x="791" y="272"/>
                  <a:pt x="790" y="273"/>
                </a:cubicBezTo>
                <a:cubicBezTo>
                  <a:pt x="789" y="270"/>
                  <a:pt x="788" y="270"/>
                  <a:pt x="787" y="270"/>
                </a:cubicBezTo>
                <a:cubicBezTo>
                  <a:pt x="789" y="273"/>
                  <a:pt x="790" y="274"/>
                  <a:pt x="791" y="276"/>
                </a:cubicBezTo>
                <a:cubicBezTo>
                  <a:pt x="792" y="276"/>
                  <a:pt x="792" y="274"/>
                  <a:pt x="793" y="276"/>
                </a:cubicBezTo>
                <a:cubicBezTo>
                  <a:pt x="792" y="273"/>
                  <a:pt x="791" y="272"/>
                  <a:pt x="789" y="269"/>
                </a:cubicBezTo>
                <a:close/>
                <a:moveTo>
                  <a:pt x="801" y="266"/>
                </a:moveTo>
                <a:cubicBezTo>
                  <a:pt x="800" y="266"/>
                  <a:pt x="800" y="268"/>
                  <a:pt x="801" y="271"/>
                </a:cubicBezTo>
                <a:cubicBezTo>
                  <a:pt x="802" y="271"/>
                  <a:pt x="801" y="267"/>
                  <a:pt x="801" y="266"/>
                </a:cubicBezTo>
                <a:close/>
                <a:moveTo>
                  <a:pt x="799" y="270"/>
                </a:moveTo>
                <a:cubicBezTo>
                  <a:pt x="799" y="270"/>
                  <a:pt x="798" y="270"/>
                  <a:pt x="798" y="269"/>
                </a:cubicBezTo>
                <a:cubicBezTo>
                  <a:pt x="797" y="269"/>
                  <a:pt x="797" y="270"/>
                  <a:pt x="798" y="272"/>
                </a:cubicBezTo>
                <a:cubicBezTo>
                  <a:pt x="798" y="271"/>
                  <a:pt x="800" y="273"/>
                  <a:pt x="799" y="270"/>
                </a:cubicBezTo>
                <a:close/>
                <a:moveTo>
                  <a:pt x="770" y="269"/>
                </a:moveTo>
                <a:cubicBezTo>
                  <a:pt x="771" y="271"/>
                  <a:pt x="772" y="272"/>
                  <a:pt x="773" y="272"/>
                </a:cubicBezTo>
                <a:cubicBezTo>
                  <a:pt x="772" y="270"/>
                  <a:pt x="771" y="269"/>
                  <a:pt x="770" y="269"/>
                </a:cubicBezTo>
                <a:close/>
                <a:moveTo>
                  <a:pt x="807" y="248"/>
                </a:moveTo>
                <a:cubicBezTo>
                  <a:pt x="808" y="250"/>
                  <a:pt x="810" y="253"/>
                  <a:pt x="810" y="252"/>
                </a:cubicBezTo>
                <a:cubicBezTo>
                  <a:pt x="809" y="249"/>
                  <a:pt x="808" y="247"/>
                  <a:pt x="807" y="248"/>
                </a:cubicBezTo>
                <a:close/>
                <a:moveTo>
                  <a:pt x="802" y="246"/>
                </a:moveTo>
                <a:cubicBezTo>
                  <a:pt x="803" y="247"/>
                  <a:pt x="803" y="248"/>
                  <a:pt x="804" y="251"/>
                </a:cubicBezTo>
                <a:cubicBezTo>
                  <a:pt x="805" y="251"/>
                  <a:pt x="803" y="245"/>
                  <a:pt x="802" y="246"/>
                </a:cubicBezTo>
                <a:close/>
                <a:moveTo>
                  <a:pt x="805" y="245"/>
                </a:moveTo>
                <a:cubicBezTo>
                  <a:pt x="803" y="240"/>
                  <a:pt x="804" y="239"/>
                  <a:pt x="802" y="235"/>
                </a:cubicBezTo>
                <a:cubicBezTo>
                  <a:pt x="800" y="234"/>
                  <a:pt x="796" y="236"/>
                  <a:pt x="801" y="245"/>
                </a:cubicBezTo>
                <a:cubicBezTo>
                  <a:pt x="801" y="242"/>
                  <a:pt x="806" y="248"/>
                  <a:pt x="805" y="245"/>
                </a:cubicBezTo>
                <a:close/>
                <a:moveTo>
                  <a:pt x="759" y="246"/>
                </a:moveTo>
                <a:cubicBezTo>
                  <a:pt x="759" y="247"/>
                  <a:pt x="758" y="246"/>
                  <a:pt x="758" y="246"/>
                </a:cubicBezTo>
                <a:cubicBezTo>
                  <a:pt x="759" y="248"/>
                  <a:pt x="760" y="248"/>
                  <a:pt x="759" y="248"/>
                </a:cubicBezTo>
                <a:cubicBezTo>
                  <a:pt x="760" y="250"/>
                  <a:pt x="760" y="250"/>
                  <a:pt x="761" y="250"/>
                </a:cubicBezTo>
                <a:cubicBezTo>
                  <a:pt x="759" y="248"/>
                  <a:pt x="760" y="248"/>
                  <a:pt x="759" y="246"/>
                </a:cubicBezTo>
                <a:close/>
                <a:moveTo>
                  <a:pt x="766" y="178"/>
                </a:moveTo>
                <a:cubicBezTo>
                  <a:pt x="766" y="178"/>
                  <a:pt x="766" y="178"/>
                  <a:pt x="767" y="180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67" y="179"/>
                  <a:pt x="768" y="180"/>
                  <a:pt x="766" y="178"/>
                </a:cubicBezTo>
                <a:close/>
                <a:moveTo>
                  <a:pt x="756" y="167"/>
                </a:moveTo>
                <a:cubicBezTo>
                  <a:pt x="757" y="168"/>
                  <a:pt x="758" y="169"/>
                  <a:pt x="757" y="169"/>
                </a:cubicBezTo>
                <a:cubicBezTo>
                  <a:pt x="762" y="175"/>
                  <a:pt x="758" y="167"/>
                  <a:pt x="756" y="167"/>
                </a:cubicBezTo>
                <a:close/>
                <a:moveTo>
                  <a:pt x="713" y="128"/>
                </a:moveTo>
                <a:cubicBezTo>
                  <a:pt x="713" y="127"/>
                  <a:pt x="714" y="127"/>
                  <a:pt x="715" y="128"/>
                </a:cubicBezTo>
                <a:cubicBezTo>
                  <a:pt x="712" y="125"/>
                  <a:pt x="710" y="125"/>
                  <a:pt x="713" y="128"/>
                </a:cubicBezTo>
                <a:close/>
                <a:moveTo>
                  <a:pt x="640" y="70"/>
                </a:moveTo>
                <a:cubicBezTo>
                  <a:pt x="634" y="64"/>
                  <a:pt x="636" y="68"/>
                  <a:pt x="640" y="70"/>
                </a:cubicBezTo>
                <a:close/>
                <a:moveTo>
                  <a:pt x="545" y="23"/>
                </a:moveTo>
                <a:cubicBezTo>
                  <a:pt x="544" y="24"/>
                  <a:pt x="548" y="25"/>
                  <a:pt x="549" y="24"/>
                </a:cubicBezTo>
                <a:cubicBezTo>
                  <a:pt x="546" y="24"/>
                  <a:pt x="547" y="24"/>
                  <a:pt x="545" y="23"/>
                </a:cubicBezTo>
                <a:close/>
                <a:moveTo>
                  <a:pt x="539" y="20"/>
                </a:moveTo>
                <a:cubicBezTo>
                  <a:pt x="539" y="20"/>
                  <a:pt x="538" y="20"/>
                  <a:pt x="538" y="20"/>
                </a:cubicBezTo>
                <a:cubicBezTo>
                  <a:pt x="540" y="21"/>
                  <a:pt x="543" y="22"/>
                  <a:pt x="543" y="21"/>
                </a:cubicBezTo>
                <a:cubicBezTo>
                  <a:pt x="540" y="20"/>
                  <a:pt x="540" y="21"/>
                  <a:pt x="539" y="20"/>
                </a:cubicBezTo>
                <a:close/>
                <a:moveTo>
                  <a:pt x="530" y="17"/>
                </a:moveTo>
                <a:cubicBezTo>
                  <a:pt x="529" y="18"/>
                  <a:pt x="534" y="19"/>
                  <a:pt x="534" y="18"/>
                </a:cubicBezTo>
                <a:lnTo>
                  <a:pt x="530" y="17"/>
                </a:lnTo>
                <a:close/>
                <a:moveTo>
                  <a:pt x="524" y="16"/>
                </a:moveTo>
                <a:cubicBezTo>
                  <a:pt x="524" y="16"/>
                  <a:pt x="522" y="16"/>
                  <a:pt x="522" y="17"/>
                </a:cubicBezTo>
                <a:cubicBezTo>
                  <a:pt x="524" y="17"/>
                  <a:pt x="527" y="18"/>
                  <a:pt x="529" y="18"/>
                </a:cubicBezTo>
                <a:cubicBezTo>
                  <a:pt x="528" y="17"/>
                  <a:pt x="526" y="17"/>
                  <a:pt x="524" y="16"/>
                </a:cubicBezTo>
                <a:close/>
                <a:moveTo>
                  <a:pt x="498" y="10"/>
                </a:moveTo>
                <a:cubicBezTo>
                  <a:pt x="501" y="10"/>
                  <a:pt x="502" y="10"/>
                  <a:pt x="503" y="10"/>
                </a:cubicBezTo>
                <a:cubicBezTo>
                  <a:pt x="502" y="10"/>
                  <a:pt x="498" y="9"/>
                  <a:pt x="498" y="10"/>
                </a:cubicBezTo>
                <a:close/>
                <a:moveTo>
                  <a:pt x="467" y="7"/>
                </a:moveTo>
                <a:cubicBezTo>
                  <a:pt x="468" y="7"/>
                  <a:pt x="473" y="8"/>
                  <a:pt x="473" y="7"/>
                </a:cubicBezTo>
                <a:cubicBezTo>
                  <a:pt x="470" y="7"/>
                  <a:pt x="467" y="6"/>
                  <a:pt x="467" y="7"/>
                </a:cubicBezTo>
                <a:close/>
                <a:moveTo>
                  <a:pt x="443" y="52"/>
                </a:moveTo>
                <a:cubicBezTo>
                  <a:pt x="443" y="52"/>
                  <a:pt x="443" y="52"/>
                  <a:pt x="443" y="53"/>
                </a:cubicBezTo>
                <a:cubicBezTo>
                  <a:pt x="445" y="53"/>
                  <a:pt x="444" y="54"/>
                  <a:pt x="447" y="54"/>
                </a:cubicBezTo>
                <a:cubicBezTo>
                  <a:pt x="446" y="53"/>
                  <a:pt x="446" y="53"/>
                  <a:pt x="448" y="53"/>
                </a:cubicBezTo>
                <a:cubicBezTo>
                  <a:pt x="447" y="52"/>
                  <a:pt x="446" y="52"/>
                  <a:pt x="443" y="52"/>
                </a:cubicBezTo>
                <a:close/>
                <a:moveTo>
                  <a:pt x="435" y="51"/>
                </a:moveTo>
                <a:cubicBezTo>
                  <a:pt x="435" y="52"/>
                  <a:pt x="430" y="51"/>
                  <a:pt x="431" y="51"/>
                </a:cubicBezTo>
                <a:cubicBezTo>
                  <a:pt x="432" y="51"/>
                  <a:pt x="436" y="52"/>
                  <a:pt x="437" y="52"/>
                </a:cubicBezTo>
                <a:cubicBezTo>
                  <a:pt x="435" y="52"/>
                  <a:pt x="437" y="51"/>
                  <a:pt x="435" y="51"/>
                </a:cubicBezTo>
                <a:close/>
                <a:moveTo>
                  <a:pt x="402" y="50"/>
                </a:moveTo>
                <a:cubicBezTo>
                  <a:pt x="404" y="50"/>
                  <a:pt x="406" y="50"/>
                  <a:pt x="406" y="49"/>
                </a:cubicBezTo>
                <a:cubicBezTo>
                  <a:pt x="404" y="49"/>
                  <a:pt x="402" y="49"/>
                  <a:pt x="402" y="50"/>
                </a:cubicBezTo>
                <a:close/>
                <a:moveTo>
                  <a:pt x="391" y="1"/>
                </a:moveTo>
                <a:cubicBezTo>
                  <a:pt x="391" y="2"/>
                  <a:pt x="395" y="2"/>
                  <a:pt x="397" y="2"/>
                </a:cubicBezTo>
                <a:cubicBezTo>
                  <a:pt x="397" y="2"/>
                  <a:pt x="395" y="2"/>
                  <a:pt x="395" y="3"/>
                </a:cubicBezTo>
                <a:cubicBezTo>
                  <a:pt x="396" y="3"/>
                  <a:pt x="397" y="3"/>
                  <a:pt x="398" y="3"/>
                </a:cubicBezTo>
                <a:cubicBezTo>
                  <a:pt x="397" y="2"/>
                  <a:pt x="401" y="4"/>
                  <a:pt x="402" y="3"/>
                </a:cubicBezTo>
                <a:cubicBezTo>
                  <a:pt x="400" y="2"/>
                  <a:pt x="396" y="3"/>
                  <a:pt x="399" y="2"/>
                </a:cubicBezTo>
                <a:cubicBezTo>
                  <a:pt x="393" y="2"/>
                  <a:pt x="395" y="1"/>
                  <a:pt x="391" y="1"/>
                </a:cubicBezTo>
                <a:close/>
                <a:moveTo>
                  <a:pt x="394" y="3"/>
                </a:moveTo>
                <a:cubicBezTo>
                  <a:pt x="391" y="3"/>
                  <a:pt x="389" y="3"/>
                  <a:pt x="388" y="3"/>
                </a:cubicBezTo>
                <a:cubicBezTo>
                  <a:pt x="391" y="3"/>
                  <a:pt x="394" y="4"/>
                  <a:pt x="395" y="3"/>
                </a:cubicBezTo>
                <a:cubicBezTo>
                  <a:pt x="394" y="3"/>
                  <a:pt x="394" y="3"/>
                  <a:pt x="394" y="3"/>
                </a:cubicBezTo>
                <a:close/>
                <a:moveTo>
                  <a:pt x="384" y="2"/>
                </a:moveTo>
                <a:cubicBezTo>
                  <a:pt x="386" y="2"/>
                  <a:pt x="388" y="2"/>
                  <a:pt x="389" y="2"/>
                </a:cubicBezTo>
                <a:cubicBezTo>
                  <a:pt x="387" y="2"/>
                  <a:pt x="384" y="2"/>
                  <a:pt x="384" y="2"/>
                </a:cubicBezTo>
                <a:close/>
                <a:moveTo>
                  <a:pt x="371" y="5"/>
                </a:moveTo>
                <a:cubicBezTo>
                  <a:pt x="370" y="6"/>
                  <a:pt x="367" y="6"/>
                  <a:pt x="365" y="6"/>
                </a:cubicBezTo>
                <a:cubicBezTo>
                  <a:pt x="367" y="7"/>
                  <a:pt x="377" y="6"/>
                  <a:pt x="377" y="5"/>
                </a:cubicBezTo>
                <a:cubicBezTo>
                  <a:pt x="374" y="5"/>
                  <a:pt x="374" y="5"/>
                  <a:pt x="371" y="5"/>
                </a:cubicBezTo>
                <a:close/>
                <a:moveTo>
                  <a:pt x="364" y="51"/>
                </a:moveTo>
                <a:cubicBezTo>
                  <a:pt x="364" y="52"/>
                  <a:pt x="367" y="51"/>
                  <a:pt x="370" y="51"/>
                </a:cubicBezTo>
                <a:cubicBezTo>
                  <a:pt x="370" y="51"/>
                  <a:pt x="366" y="51"/>
                  <a:pt x="364" y="51"/>
                </a:cubicBezTo>
                <a:close/>
                <a:moveTo>
                  <a:pt x="363" y="50"/>
                </a:moveTo>
                <a:cubicBezTo>
                  <a:pt x="365" y="49"/>
                  <a:pt x="366" y="49"/>
                  <a:pt x="367" y="49"/>
                </a:cubicBezTo>
                <a:cubicBezTo>
                  <a:pt x="365" y="48"/>
                  <a:pt x="363" y="49"/>
                  <a:pt x="363" y="50"/>
                </a:cubicBezTo>
                <a:close/>
                <a:moveTo>
                  <a:pt x="326" y="13"/>
                </a:moveTo>
                <a:cubicBezTo>
                  <a:pt x="327" y="12"/>
                  <a:pt x="332" y="11"/>
                  <a:pt x="333" y="11"/>
                </a:cubicBezTo>
                <a:cubicBezTo>
                  <a:pt x="329" y="11"/>
                  <a:pt x="328" y="12"/>
                  <a:pt x="326" y="13"/>
                </a:cubicBezTo>
                <a:close/>
                <a:moveTo>
                  <a:pt x="321" y="10"/>
                </a:moveTo>
                <a:cubicBezTo>
                  <a:pt x="322" y="11"/>
                  <a:pt x="325" y="10"/>
                  <a:pt x="329" y="9"/>
                </a:cubicBezTo>
                <a:cubicBezTo>
                  <a:pt x="329" y="9"/>
                  <a:pt x="329" y="9"/>
                  <a:pt x="328" y="9"/>
                </a:cubicBezTo>
                <a:cubicBezTo>
                  <a:pt x="326" y="10"/>
                  <a:pt x="323" y="10"/>
                  <a:pt x="321" y="10"/>
                </a:cubicBezTo>
                <a:close/>
                <a:moveTo>
                  <a:pt x="322" y="58"/>
                </a:moveTo>
                <a:cubicBezTo>
                  <a:pt x="323" y="58"/>
                  <a:pt x="326" y="58"/>
                  <a:pt x="328" y="58"/>
                </a:cubicBezTo>
                <a:cubicBezTo>
                  <a:pt x="327" y="57"/>
                  <a:pt x="325" y="57"/>
                  <a:pt x="322" y="58"/>
                </a:cubicBezTo>
                <a:close/>
                <a:moveTo>
                  <a:pt x="313" y="59"/>
                </a:moveTo>
                <a:cubicBezTo>
                  <a:pt x="314" y="60"/>
                  <a:pt x="309" y="60"/>
                  <a:pt x="309" y="61"/>
                </a:cubicBezTo>
                <a:cubicBezTo>
                  <a:pt x="311" y="61"/>
                  <a:pt x="312" y="61"/>
                  <a:pt x="316" y="60"/>
                </a:cubicBezTo>
                <a:cubicBezTo>
                  <a:pt x="315" y="60"/>
                  <a:pt x="316" y="59"/>
                  <a:pt x="313" y="59"/>
                </a:cubicBezTo>
                <a:close/>
                <a:moveTo>
                  <a:pt x="286" y="24"/>
                </a:moveTo>
                <a:cubicBezTo>
                  <a:pt x="286" y="24"/>
                  <a:pt x="280" y="25"/>
                  <a:pt x="280" y="26"/>
                </a:cubicBezTo>
                <a:cubicBezTo>
                  <a:pt x="281" y="26"/>
                  <a:pt x="280" y="26"/>
                  <a:pt x="281" y="26"/>
                </a:cubicBezTo>
                <a:cubicBezTo>
                  <a:pt x="282" y="26"/>
                  <a:pt x="284" y="25"/>
                  <a:pt x="285" y="24"/>
                </a:cubicBezTo>
                <a:cubicBezTo>
                  <a:pt x="285" y="25"/>
                  <a:pt x="286" y="25"/>
                  <a:pt x="287" y="25"/>
                </a:cubicBezTo>
                <a:cubicBezTo>
                  <a:pt x="290" y="24"/>
                  <a:pt x="290" y="24"/>
                  <a:pt x="294" y="23"/>
                </a:cubicBezTo>
                <a:cubicBezTo>
                  <a:pt x="293" y="22"/>
                  <a:pt x="293" y="22"/>
                  <a:pt x="293" y="22"/>
                </a:cubicBezTo>
                <a:cubicBezTo>
                  <a:pt x="290" y="23"/>
                  <a:pt x="288" y="23"/>
                  <a:pt x="286" y="24"/>
                </a:cubicBezTo>
                <a:close/>
                <a:moveTo>
                  <a:pt x="287" y="68"/>
                </a:moveTo>
                <a:cubicBezTo>
                  <a:pt x="289" y="67"/>
                  <a:pt x="289" y="67"/>
                  <a:pt x="289" y="66"/>
                </a:cubicBezTo>
                <a:cubicBezTo>
                  <a:pt x="287" y="67"/>
                  <a:pt x="287" y="67"/>
                  <a:pt x="287" y="68"/>
                </a:cubicBezTo>
                <a:close/>
                <a:moveTo>
                  <a:pt x="237" y="80"/>
                </a:moveTo>
                <a:cubicBezTo>
                  <a:pt x="236" y="81"/>
                  <a:pt x="235" y="83"/>
                  <a:pt x="230" y="86"/>
                </a:cubicBezTo>
                <a:cubicBezTo>
                  <a:pt x="227" y="86"/>
                  <a:pt x="224" y="88"/>
                  <a:pt x="221" y="89"/>
                </a:cubicBezTo>
                <a:cubicBezTo>
                  <a:pt x="221" y="89"/>
                  <a:pt x="221" y="90"/>
                  <a:pt x="220" y="91"/>
                </a:cubicBezTo>
                <a:cubicBezTo>
                  <a:pt x="219" y="91"/>
                  <a:pt x="215" y="92"/>
                  <a:pt x="215" y="93"/>
                </a:cubicBezTo>
                <a:cubicBezTo>
                  <a:pt x="217" y="93"/>
                  <a:pt x="218" y="93"/>
                  <a:pt x="220" y="92"/>
                </a:cubicBezTo>
                <a:cubicBezTo>
                  <a:pt x="222" y="91"/>
                  <a:pt x="219" y="91"/>
                  <a:pt x="221" y="90"/>
                </a:cubicBezTo>
                <a:cubicBezTo>
                  <a:pt x="227" y="88"/>
                  <a:pt x="233" y="84"/>
                  <a:pt x="238" y="81"/>
                </a:cubicBezTo>
                <a:cubicBezTo>
                  <a:pt x="237" y="81"/>
                  <a:pt x="237" y="81"/>
                  <a:pt x="236" y="81"/>
                </a:cubicBezTo>
                <a:cubicBezTo>
                  <a:pt x="239" y="80"/>
                  <a:pt x="241" y="79"/>
                  <a:pt x="242" y="78"/>
                </a:cubicBezTo>
                <a:cubicBezTo>
                  <a:pt x="239" y="79"/>
                  <a:pt x="238" y="79"/>
                  <a:pt x="237" y="80"/>
                </a:cubicBezTo>
                <a:close/>
                <a:moveTo>
                  <a:pt x="228" y="79"/>
                </a:moveTo>
                <a:cubicBezTo>
                  <a:pt x="228" y="80"/>
                  <a:pt x="230" y="79"/>
                  <a:pt x="228" y="80"/>
                </a:cubicBezTo>
                <a:cubicBezTo>
                  <a:pt x="228" y="80"/>
                  <a:pt x="224" y="82"/>
                  <a:pt x="224" y="81"/>
                </a:cubicBezTo>
                <a:cubicBezTo>
                  <a:pt x="219" y="84"/>
                  <a:pt x="214" y="86"/>
                  <a:pt x="212" y="89"/>
                </a:cubicBezTo>
                <a:cubicBezTo>
                  <a:pt x="217" y="86"/>
                  <a:pt x="220" y="83"/>
                  <a:pt x="224" y="82"/>
                </a:cubicBezTo>
                <a:cubicBezTo>
                  <a:pt x="224" y="82"/>
                  <a:pt x="222" y="83"/>
                  <a:pt x="223" y="83"/>
                </a:cubicBezTo>
                <a:cubicBezTo>
                  <a:pt x="226" y="82"/>
                  <a:pt x="228" y="80"/>
                  <a:pt x="232" y="79"/>
                </a:cubicBezTo>
                <a:cubicBezTo>
                  <a:pt x="231" y="78"/>
                  <a:pt x="231" y="78"/>
                  <a:pt x="228" y="79"/>
                </a:cubicBezTo>
                <a:close/>
                <a:moveTo>
                  <a:pt x="209" y="55"/>
                </a:moveTo>
                <a:cubicBezTo>
                  <a:pt x="212" y="54"/>
                  <a:pt x="215" y="52"/>
                  <a:pt x="216" y="50"/>
                </a:cubicBezTo>
                <a:cubicBezTo>
                  <a:pt x="212" y="52"/>
                  <a:pt x="211" y="53"/>
                  <a:pt x="209" y="55"/>
                </a:cubicBezTo>
                <a:close/>
                <a:moveTo>
                  <a:pt x="220" y="66"/>
                </a:moveTo>
                <a:cubicBezTo>
                  <a:pt x="223" y="64"/>
                  <a:pt x="220" y="67"/>
                  <a:pt x="223" y="65"/>
                </a:cubicBezTo>
                <a:cubicBezTo>
                  <a:pt x="224" y="64"/>
                  <a:pt x="223" y="65"/>
                  <a:pt x="223" y="64"/>
                </a:cubicBezTo>
                <a:cubicBezTo>
                  <a:pt x="222" y="65"/>
                  <a:pt x="220" y="65"/>
                  <a:pt x="220" y="66"/>
                </a:cubicBezTo>
                <a:close/>
                <a:moveTo>
                  <a:pt x="217" y="67"/>
                </a:moveTo>
                <a:cubicBezTo>
                  <a:pt x="214" y="69"/>
                  <a:pt x="216" y="70"/>
                  <a:pt x="219" y="67"/>
                </a:cubicBezTo>
                <a:cubicBezTo>
                  <a:pt x="214" y="69"/>
                  <a:pt x="222" y="65"/>
                  <a:pt x="217" y="67"/>
                </a:cubicBezTo>
                <a:close/>
                <a:moveTo>
                  <a:pt x="226" y="94"/>
                </a:moveTo>
                <a:cubicBezTo>
                  <a:pt x="225" y="94"/>
                  <a:pt x="224" y="95"/>
                  <a:pt x="224" y="96"/>
                </a:cubicBezTo>
                <a:cubicBezTo>
                  <a:pt x="226" y="94"/>
                  <a:pt x="226" y="95"/>
                  <a:pt x="228" y="94"/>
                </a:cubicBezTo>
                <a:cubicBezTo>
                  <a:pt x="228" y="93"/>
                  <a:pt x="227" y="94"/>
                  <a:pt x="226" y="94"/>
                </a:cubicBezTo>
                <a:close/>
                <a:moveTo>
                  <a:pt x="216" y="80"/>
                </a:moveTo>
                <a:cubicBezTo>
                  <a:pt x="215" y="80"/>
                  <a:pt x="213" y="82"/>
                  <a:pt x="211" y="82"/>
                </a:cubicBezTo>
                <a:cubicBezTo>
                  <a:pt x="211" y="83"/>
                  <a:pt x="214" y="82"/>
                  <a:pt x="216" y="80"/>
                </a:cubicBezTo>
                <a:close/>
                <a:moveTo>
                  <a:pt x="206" y="79"/>
                </a:moveTo>
                <a:cubicBezTo>
                  <a:pt x="206" y="79"/>
                  <a:pt x="208" y="78"/>
                  <a:pt x="207" y="79"/>
                </a:cubicBezTo>
                <a:cubicBezTo>
                  <a:pt x="209" y="77"/>
                  <a:pt x="210" y="78"/>
                  <a:pt x="212" y="75"/>
                </a:cubicBezTo>
                <a:cubicBezTo>
                  <a:pt x="210" y="76"/>
                  <a:pt x="208" y="77"/>
                  <a:pt x="206" y="79"/>
                </a:cubicBezTo>
                <a:close/>
                <a:moveTo>
                  <a:pt x="192" y="65"/>
                </a:moveTo>
                <a:cubicBezTo>
                  <a:pt x="191" y="66"/>
                  <a:pt x="190" y="67"/>
                  <a:pt x="190" y="67"/>
                </a:cubicBezTo>
                <a:cubicBezTo>
                  <a:pt x="193" y="65"/>
                  <a:pt x="197" y="64"/>
                  <a:pt x="198" y="63"/>
                </a:cubicBezTo>
                <a:cubicBezTo>
                  <a:pt x="194" y="64"/>
                  <a:pt x="195" y="64"/>
                  <a:pt x="192" y="65"/>
                </a:cubicBezTo>
                <a:close/>
                <a:moveTo>
                  <a:pt x="208" y="90"/>
                </a:moveTo>
                <a:cubicBezTo>
                  <a:pt x="207" y="91"/>
                  <a:pt x="206" y="91"/>
                  <a:pt x="206" y="92"/>
                </a:cubicBezTo>
                <a:cubicBezTo>
                  <a:pt x="207" y="91"/>
                  <a:pt x="206" y="93"/>
                  <a:pt x="209" y="91"/>
                </a:cubicBezTo>
                <a:cubicBezTo>
                  <a:pt x="210" y="90"/>
                  <a:pt x="208" y="91"/>
                  <a:pt x="208" y="90"/>
                </a:cubicBezTo>
                <a:close/>
                <a:moveTo>
                  <a:pt x="207" y="101"/>
                </a:moveTo>
                <a:cubicBezTo>
                  <a:pt x="208" y="101"/>
                  <a:pt x="212" y="98"/>
                  <a:pt x="214" y="97"/>
                </a:cubicBezTo>
                <a:cubicBezTo>
                  <a:pt x="211" y="99"/>
                  <a:pt x="207" y="101"/>
                  <a:pt x="207" y="101"/>
                </a:cubicBezTo>
                <a:close/>
                <a:moveTo>
                  <a:pt x="190" y="86"/>
                </a:moveTo>
                <a:cubicBezTo>
                  <a:pt x="191" y="85"/>
                  <a:pt x="196" y="82"/>
                  <a:pt x="196" y="82"/>
                </a:cubicBezTo>
                <a:cubicBezTo>
                  <a:pt x="194" y="83"/>
                  <a:pt x="192" y="85"/>
                  <a:pt x="190" y="86"/>
                </a:cubicBezTo>
                <a:close/>
                <a:moveTo>
                  <a:pt x="198" y="111"/>
                </a:moveTo>
                <a:cubicBezTo>
                  <a:pt x="199" y="112"/>
                  <a:pt x="204" y="109"/>
                  <a:pt x="205" y="107"/>
                </a:cubicBezTo>
                <a:cubicBezTo>
                  <a:pt x="203" y="109"/>
                  <a:pt x="201" y="110"/>
                  <a:pt x="198" y="111"/>
                </a:cubicBezTo>
                <a:close/>
                <a:moveTo>
                  <a:pt x="185" y="86"/>
                </a:moveTo>
                <a:cubicBezTo>
                  <a:pt x="185" y="86"/>
                  <a:pt x="189" y="84"/>
                  <a:pt x="188" y="84"/>
                </a:cubicBezTo>
                <a:cubicBezTo>
                  <a:pt x="184" y="85"/>
                  <a:pt x="184" y="87"/>
                  <a:pt x="183" y="89"/>
                </a:cubicBezTo>
                <a:cubicBezTo>
                  <a:pt x="184" y="88"/>
                  <a:pt x="184" y="88"/>
                  <a:pt x="184" y="88"/>
                </a:cubicBezTo>
                <a:cubicBezTo>
                  <a:pt x="187" y="87"/>
                  <a:pt x="190" y="84"/>
                  <a:pt x="188" y="84"/>
                </a:cubicBezTo>
                <a:cubicBezTo>
                  <a:pt x="188" y="84"/>
                  <a:pt x="186" y="86"/>
                  <a:pt x="185" y="86"/>
                </a:cubicBezTo>
                <a:close/>
                <a:moveTo>
                  <a:pt x="175" y="77"/>
                </a:moveTo>
                <a:cubicBezTo>
                  <a:pt x="177" y="75"/>
                  <a:pt x="182" y="73"/>
                  <a:pt x="180" y="73"/>
                </a:cubicBezTo>
                <a:cubicBezTo>
                  <a:pt x="179" y="75"/>
                  <a:pt x="174" y="76"/>
                  <a:pt x="175" y="77"/>
                </a:cubicBezTo>
                <a:close/>
                <a:moveTo>
                  <a:pt x="186" y="115"/>
                </a:moveTo>
                <a:cubicBezTo>
                  <a:pt x="187" y="115"/>
                  <a:pt x="191" y="112"/>
                  <a:pt x="191" y="111"/>
                </a:cubicBezTo>
                <a:cubicBezTo>
                  <a:pt x="190" y="112"/>
                  <a:pt x="187" y="113"/>
                  <a:pt x="186" y="115"/>
                </a:cubicBezTo>
                <a:close/>
                <a:moveTo>
                  <a:pt x="177" y="93"/>
                </a:moveTo>
                <a:cubicBezTo>
                  <a:pt x="170" y="97"/>
                  <a:pt x="177" y="95"/>
                  <a:pt x="177" y="93"/>
                </a:cubicBezTo>
                <a:close/>
                <a:moveTo>
                  <a:pt x="183" y="114"/>
                </a:moveTo>
                <a:cubicBezTo>
                  <a:pt x="185" y="113"/>
                  <a:pt x="188" y="111"/>
                  <a:pt x="188" y="110"/>
                </a:cubicBezTo>
                <a:cubicBezTo>
                  <a:pt x="185" y="112"/>
                  <a:pt x="184" y="113"/>
                  <a:pt x="183" y="114"/>
                </a:cubicBezTo>
                <a:close/>
                <a:moveTo>
                  <a:pt x="158" y="89"/>
                </a:moveTo>
                <a:cubicBezTo>
                  <a:pt x="160" y="88"/>
                  <a:pt x="165" y="84"/>
                  <a:pt x="163" y="85"/>
                </a:cubicBezTo>
                <a:cubicBezTo>
                  <a:pt x="163" y="85"/>
                  <a:pt x="157" y="89"/>
                  <a:pt x="158" y="89"/>
                </a:cubicBezTo>
                <a:close/>
                <a:moveTo>
                  <a:pt x="166" y="104"/>
                </a:moveTo>
                <a:cubicBezTo>
                  <a:pt x="168" y="103"/>
                  <a:pt x="170" y="102"/>
                  <a:pt x="171" y="101"/>
                </a:cubicBezTo>
                <a:cubicBezTo>
                  <a:pt x="169" y="103"/>
                  <a:pt x="166" y="103"/>
                  <a:pt x="166" y="104"/>
                </a:cubicBezTo>
                <a:close/>
                <a:moveTo>
                  <a:pt x="172" y="122"/>
                </a:moveTo>
                <a:cubicBezTo>
                  <a:pt x="172" y="122"/>
                  <a:pt x="176" y="120"/>
                  <a:pt x="176" y="120"/>
                </a:cubicBezTo>
                <a:cubicBezTo>
                  <a:pt x="175" y="120"/>
                  <a:pt x="175" y="120"/>
                  <a:pt x="172" y="122"/>
                </a:cubicBezTo>
                <a:close/>
                <a:moveTo>
                  <a:pt x="142" y="97"/>
                </a:moveTo>
                <a:cubicBezTo>
                  <a:pt x="145" y="95"/>
                  <a:pt x="147" y="93"/>
                  <a:pt x="148" y="92"/>
                </a:cubicBezTo>
                <a:cubicBezTo>
                  <a:pt x="146" y="93"/>
                  <a:pt x="142" y="96"/>
                  <a:pt x="142" y="97"/>
                </a:cubicBezTo>
                <a:close/>
                <a:moveTo>
                  <a:pt x="155" y="112"/>
                </a:moveTo>
                <a:cubicBezTo>
                  <a:pt x="155" y="112"/>
                  <a:pt x="156" y="111"/>
                  <a:pt x="156" y="111"/>
                </a:cubicBezTo>
                <a:cubicBezTo>
                  <a:pt x="155" y="112"/>
                  <a:pt x="156" y="112"/>
                  <a:pt x="157" y="111"/>
                </a:cubicBezTo>
                <a:cubicBezTo>
                  <a:pt x="157" y="111"/>
                  <a:pt x="158" y="110"/>
                  <a:pt x="158" y="109"/>
                </a:cubicBezTo>
                <a:cubicBezTo>
                  <a:pt x="157" y="110"/>
                  <a:pt x="155" y="111"/>
                  <a:pt x="155" y="112"/>
                </a:cubicBezTo>
                <a:close/>
                <a:moveTo>
                  <a:pt x="164" y="129"/>
                </a:moveTo>
                <a:cubicBezTo>
                  <a:pt x="165" y="128"/>
                  <a:pt x="170" y="125"/>
                  <a:pt x="169" y="124"/>
                </a:cubicBezTo>
                <a:cubicBezTo>
                  <a:pt x="167" y="126"/>
                  <a:pt x="165" y="127"/>
                  <a:pt x="164" y="129"/>
                </a:cubicBezTo>
                <a:close/>
                <a:moveTo>
                  <a:pt x="153" y="112"/>
                </a:moveTo>
                <a:cubicBezTo>
                  <a:pt x="155" y="111"/>
                  <a:pt x="158" y="109"/>
                  <a:pt x="157" y="109"/>
                </a:cubicBezTo>
                <a:cubicBezTo>
                  <a:pt x="154" y="110"/>
                  <a:pt x="154" y="111"/>
                  <a:pt x="153" y="112"/>
                </a:cubicBezTo>
                <a:close/>
                <a:moveTo>
                  <a:pt x="164" y="125"/>
                </a:moveTo>
                <a:cubicBezTo>
                  <a:pt x="165" y="124"/>
                  <a:pt x="167" y="122"/>
                  <a:pt x="167" y="122"/>
                </a:cubicBezTo>
                <a:cubicBezTo>
                  <a:pt x="166" y="122"/>
                  <a:pt x="162" y="125"/>
                  <a:pt x="164" y="125"/>
                </a:cubicBezTo>
                <a:close/>
                <a:moveTo>
                  <a:pt x="162" y="131"/>
                </a:moveTo>
                <a:cubicBezTo>
                  <a:pt x="162" y="131"/>
                  <a:pt x="161" y="132"/>
                  <a:pt x="161" y="133"/>
                </a:cubicBezTo>
                <a:cubicBezTo>
                  <a:pt x="164" y="130"/>
                  <a:pt x="164" y="130"/>
                  <a:pt x="164" y="130"/>
                </a:cubicBezTo>
                <a:cubicBezTo>
                  <a:pt x="162" y="131"/>
                  <a:pt x="170" y="126"/>
                  <a:pt x="167" y="127"/>
                </a:cubicBezTo>
                <a:cubicBezTo>
                  <a:pt x="165" y="129"/>
                  <a:pt x="163" y="130"/>
                  <a:pt x="162" y="131"/>
                </a:cubicBezTo>
                <a:close/>
                <a:moveTo>
                  <a:pt x="153" y="115"/>
                </a:moveTo>
                <a:cubicBezTo>
                  <a:pt x="153" y="115"/>
                  <a:pt x="154" y="114"/>
                  <a:pt x="153" y="114"/>
                </a:cubicBezTo>
                <a:cubicBezTo>
                  <a:pt x="149" y="118"/>
                  <a:pt x="155" y="114"/>
                  <a:pt x="153" y="116"/>
                </a:cubicBezTo>
                <a:cubicBezTo>
                  <a:pt x="155" y="115"/>
                  <a:pt x="155" y="115"/>
                  <a:pt x="155" y="115"/>
                </a:cubicBezTo>
                <a:cubicBezTo>
                  <a:pt x="155" y="115"/>
                  <a:pt x="155" y="114"/>
                  <a:pt x="155" y="114"/>
                </a:cubicBezTo>
                <a:cubicBezTo>
                  <a:pt x="154" y="115"/>
                  <a:pt x="153" y="115"/>
                  <a:pt x="153" y="115"/>
                </a:cubicBezTo>
                <a:close/>
                <a:moveTo>
                  <a:pt x="132" y="105"/>
                </a:moveTo>
                <a:cubicBezTo>
                  <a:pt x="135" y="103"/>
                  <a:pt x="140" y="99"/>
                  <a:pt x="140" y="98"/>
                </a:cubicBezTo>
                <a:cubicBezTo>
                  <a:pt x="136" y="101"/>
                  <a:pt x="133" y="104"/>
                  <a:pt x="132" y="105"/>
                </a:cubicBezTo>
                <a:close/>
                <a:moveTo>
                  <a:pt x="158" y="134"/>
                </a:moveTo>
                <a:cubicBezTo>
                  <a:pt x="159" y="132"/>
                  <a:pt x="163" y="130"/>
                  <a:pt x="163" y="130"/>
                </a:cubicBezTo>
                <a:cubicBezTo>
                  <a:pt x="161" y="131"/>
                  <a:pt x="157" y="133"/>
                  <a:pt x="158" y="134"/>
                </a:cubicBezTo>
                <a:close/>
                <a:moveTo>
                  <a:pt x="149" y="141"/>
                </a:moveTo>
                <a:cubicBezTo>
                  <a:pt x="151" y="141"/>
                  <a:pt x="153" y="139"/>
                  <a:pt x="153" y="138"/>
                </a:cubicBezTo>
                <a:cubicBezTo>
                  <a:pt x="154" y="138"/>
                  <a:pt x="157" y="136"/>
                  <a:pt x="158" y="135"/>
                </a:cubicBezTo>
                <a:cubicBezTo>
                  <a:pt x="155" y="136"/>
                  <a:pt x="151" y="139"/>
                  <a:pt x="149" y="141"/>
                </a:cubicBezTo>
                <a:close/>
                <a:moveTo>
                  <a:pt x="132" y="110"/>
                </a:moveTo>
                <a:cubicBezTo>
                  <a:pt x="132" y="108"/>
                  <a:pt x="128" y="112"/>
                  <a:pt x="127" y="113"/>
                </a:cubicBezTo>
                <a:cubicBezTo>
                  <a:pt x="126" y="114"/>
                  <a:pt x="128" y="114"/>
                  <a:pt x="129" y="112"/>
                </a:cubicBezTo>
                <a:cubicBezTo>
                  <a:pt x="129" y="111"/>
                  <a:pt x="131" y="110"/>
                  <a:pt x="131" y="110"/>
                </a:cubicBezTo>
                <a:cubicBezTo>
                  <a:pt x="131" y="110"/>
                  <a:pt x="131" y="110"/>
                  <a:pt x="132" y="110"/>
                </a:cubicBezTo>
                <a:close/>
                <a:moveTo>
                  <a:pt x="137" y="153"/>
                </a:moveTo>
                <a:cubicBezTo>
                  <a:pt x="139" y="150"/>
                  <a:pt x="143" y="148"/>
                  <a:pt x="143" y="147"/>
                </a:cubicBezTo>
                <a:cubicBezTo>
                  <a:pt x="140" y="149"/>
                  <a:pt x="138" y="151"/>
                  <a:pt x="137" y="153"/>
                </a:cubicBezTo>
                <a:close/>
                <a:moveTo>
                  <a:pt x="105" y="131"/>
                </a:moveTo>
                <a:cubicBezTo>
                  <a:pt x="110" y="128"/>
                  <a:pt x="114" y="123"/>
                  <a:pt x="118" y="120"/>
                </a:cubicBezTo>
                <a:cubicBezTo>
                  <a:pt x="117" y="119"/>
                  <a:pt x="117" y="119"/>
                  <a:pt x="117" y="119"/>
                </a:cubicBezTo>
                <a:cubicBezTo>
                  <a:pt x="113" y="123"/>
                  <a:pt x="107" y="128"/>
                  <a:pt x="105" y="131"/>
                </a:cubicBezTo>
                <a:close/>
                <a:moveTo>
                  <a:pt x="144" y="153"/>
                </a:moveTo>
                <a:cubicBezTo>
                  <a:pt x="144" y="154"/>
                  <a:pt x="143" y="155"/>
                  <a:pt x="143" y="155"/>
                </a:cubicBezTo>
                <a:cubicBezTo>
                  <a:pt x="146" y="153"/>
                  <a:pt x="146" y="153"/>
                  <a:pt x="146" y="153"/>
                </a:cubicBezTo>
                <a:cubicBezTo>
                  <a:pt x="145" y="153"/>
                  <a:pt x="146" y="152"/>
                  <a:pt x="144" y="153"/>
                </a:cubicBezTo>
                <a:close/>
                <a:moveTo>
                  <a:pt x="124" y="137"/>
                </a:moveTo>
                <a:cubicBezTo>
                  <a:pt x="125" y="137"/>
                  <a:pt x="126" y="136"/>
                  <a:pt x="126" y="136"/>
                </a:cubicBezTo>
                <a:cubicBezTo>
                  <a:pt x="125" y="136"/>
                  <a:pt x="123" y="138"/>
                  <a:pt x="122" y="139"/>
                </a:cubicBezTo>
                <a:cubicBezTo>
                  <a:pt x="121" y="140"/>
                  <a:pt x="121" y="140"/>
                  <a:pt x="122" y="140"/>
                </a:cubicBezTo>
                <a:cubicBezTo>
                  <a:pt x="124" y="138"/>
                  <a:pt x="123" y="138"/>
                  <a:pt x="124" y="137"/>
                </a:cubicBezTo>
                <a:close/>
                <a:moveTo>
                  <a:pt x="112" y="136"/>
                </a:moveTo>
                <a:cubicBezTo>
                  <a:pt x="109" y="139"/>
                  <a:pt x="114" y="135"/>
                  <a:pt x="111" y="138"/>
                </a:cubicBezTo>
                <a:cubicBezTo>
                  <a:pt x="113" y="136"/>
                  <a:pt x="113" y="136"/>
                  <a:pt x="115" y="135"/>
                </a:cubicBezTo>
                <a:cubicBezTo>
                  <a:pt x="115" y="135"/>
                  <a:pt x="116" y="134"/>
                  <a:pt x="115" y="134"/>
                </a:cubicBezTo>
                <a:cubicBezTo>
                  <a:pt x="113" y="136"/>
                  <a:pt x="114" y="134"/>
                  <a:pt x="112" y="136"/>
                </a:cubicBezTo>
                <a:close/>
                <a:moveTo>
                  <a:pt x="125" y="156"/>
                </a:moveTo>
                <a:cubicBezTo>
                  <a:pt x="126" y="156"/>
                  <a:pt x="128" y="154"/>
                  <a:pt x="129" y="152"/>
                </a:cubicBezTo>
                <a:cubicBezTo>
                  <a:pt x="128" y="153"/>
                  <a:pt x="126" y="154"/>
                  <a:pt x="125" y="156"/>
                </a:cubicBezTo>
                <a:close/>
                <a:moveTo>
                  <a:pt x="113" y="150"/>
                </a:moveTo>
                <a:cubicBezTo>
                  <a:pt x="117" y="147"/>
                  <a:pt x="116" y="148"/>
                  <a:pt x="120" y="145"/>
                </a:cubicBezTo>
                <a:cubicBezTo>
                  <a:pt x="118" y="145"/>
                  <a:pt x="121" y="143"/>
                  <a:pt x="120" y="143"/>
                </a:cubicBezTo>
                <a:cubicBezTo>
                  <a:pt x="119" y="145"/>
                  <a:pt x="113" y="149"/>
                  <a:pt x="113" y="150"/>
                </a:cubicBezTo>
                <a:close/>
                <a:moveTo>
                  <a:pt x="112" y="138"/>
                </a:moveTo>
                <a:cubicBezTo>
                  <a:pt x="110" y="140"/>
                  <a:pt x="110" y="138"/>
                  <a:pt x="108" y="140"/>
                </a:cubicBezTo>
                <a:cubicBezTo>
                  <a:pt x="107" y="142"/>
                  <a:pt x="109" y="140"/>
                  <a:pt x="110" y="141"/>
                </a:cubicBezTo>
                <a:cubicBezTo>
                  <a:pt x="111" y="140"/>
                  <a:pt x="114" y="137"/>
                  <a:pt x="112" y="138"/>
                </a:cubicBezTo>
                <a:close/>
                <a:moveTo>
                  <a:pt x="96" y="141"/>
                </a:moveTo>
                <a:cubicBezTo>
                  <a:pt x="99" y="138"/>
                  <a:pt x="99" y="138"/>
                  <a:pt x="99" y="138"/>
                </a:cubicBezTo>
                <a:cubicBezTo>
                  <a:pt x="98" y="137"/>
                  <a:pt x="98" y="137"/>
                  <a:pt x="98" y="137"/>
                </a:cubicBezTo>
                <a:cubicBezTo>
                  <a:pt x="96" y="139"/>
                  <a:pt x="97" y="139"/>
                  <a:pt x="96" y="141"/>
                </a:cubicBezTo>
                <a:close/>
                <a:moveTo>
                  <a:pt x="119" y="170"/>
                </a:moveTo>
                <a:cubicBezTo>
                  <a:pt x="119" y="171"/>
                  <a:pt x="120" y="168"/>
                  <a:pt x="120" y="169"/>
                </a:cubicBezTo>
                <a:cubicBezTo>
                  <a:pt x="121" y="168"/>
                  <a:pt x="125" y="165"/>
                  <a:pt x="123" y="166"/>
                </a:cubicBezTo>
                <a:cubicBezTo>
                  <a:pt x="121" y="168"/>
                  <a:pt x="121" y="168"/>
                  <a:pt x="119" y="170"/>
                </a:cubicBezTo>
                <a:close/>
                <a:moveTo>
                  <a:pt x="111" y="161"/>
                </a:moveTo>
                <a:cubicBezTo>
                  <a:pt x="113" y="159"/>
                  <a:pt x="114" y="159"/>
                  <a:pt x="115" y="158"/>
                </a:cubicBezTo>
                <a:cubicBezTo>
                  <a:pt x="114" y="158"/>
                  <a:pt x="115" y="157"/>
                  <a:pt x="114" y="157"/>
                </a:cubicBezTo>
                <a:cubicBezTo>
                  <a:pt x="113" y="159"/>
                  <a:pt x="111" y="160"/>
                  <a:pt x="111" y="161"/>
                </a:cubicBezTo>
                <a:close/>
                <a:moveTo>
                  <a:pt x="85" y="151"/>
                </a:moveTo>
                <a:cubicBezTo>
                  <a:pt x="83" y="153"/>
                  <a:pt x="82" y="154"/>
                  <a:pt x="81" y="155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1" y="156"/>
                  <a:pt x="81" y="156"/>
                  <a:pt x="81" y="156"/>
                </a:cubicBezTo>
                <a:cubicBezTo>
                  <a:pt x="82" y="156"/>
                  <a:pt x="82" y="156"/>
                  <a:pt x="82" y="156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84" y="154"/>
                  <a:pt x="85" y="152"/>
                  <a:pt x="86" y="151"/>
                </a:cubicBezTo>
                <a:cubicBezTo>
                  <a:pt x="89" y="149"/>
                  <a:pt x="91" y="146"/>
                  <a:pt x="93" y="143"/>
                </a:cubicBezTo>
                <a:cubicBezTo>
                  <a:pt x="90" y="146"/>
                  <a:pt x="87" y="149"/>
                  <a:pt x="85" y="151"/>
                </a:cubicBezTo>
                <a:close/>
                <a:moveTo>
                  <a:pt x="88" y="156"/>
                </a:moveTo>
                <a:cubicBezTo>
                  <a:pt x="90" y="154"/>
                  <a:pt x="91" y="154"/>
                  <a:pt x="93" y="152"/>
                </a:cubicBezTo>
                <a:cubicBezTo>
                  <a:pt x="93" y="151"/>
                  <a:pt x="93" y="150"/>
                  <a:pt x="94" y="149"/>
                </a:cubicBezTo>
                <a:cubicBezTo>
                  <a:pt x="91" y="152"/>
                  <a:pt x="87" y="156"/>
                  <a:pt x="88" y="156"/>
                </a:cubicBezTo>
                <a:close/>
                <a:moveTo>
                  <a:pt x="86" y="154"/>
                </a:moveTo>
                <a:cubicBezTo>
                  <a:pt x="88" y="153"/>
                  <a:pt x="87" y="154"/>
                  <a:pt x="89" y="152"/>
                </a:cubicBezTo>
                <a:cubicBezTo>
                  <a:pt x="89" y="152"/>
                  <a:pt x="89" y="152"/>
                  <a:pt x="90" y="151"/>
                </a:cubicBezTo>
                <a:cubicBezTo>
                  <a:pt x="89" y="151"/>
                  <a:pt x="89" y="151"/>
                  <a:pt x="90" y="151"/>
                </a:cubicBezTo>
                <a:cubicBezTo>
                  <a:pt x="90" y="150"/>
                  <a:pt x="90" y="150"/>
                  <a:pt x="90" y="150"/>
                </a:cubicBezTo>
                <a:cubicBezTo>
                  <a:pt x="89" y="152"/>
                  <a:pt x="86" y="154"/>
                  <a:pt x="86" y="154"/>
                </a:cubicBezTo>
                <a:close/>
                <a:moveTo>
                  <a:pt x="96" y="160"/>
                </a:moveTo>
                <a:cubicBezTo>
                  <a:pt x="96" y="161"/>
                  <a:pt x="94" y="163"/>
                  <a:pt x="94" y="164"/>
                </a:cubicBezTo>
                <a:cubicBezTo>
                  <a:pt x="96" y="162"/>
                  <a:pt x="96" y="161"/>
                  <a:pt x="98" y="160"/>
                </a:cubicBezTo>
                <a:cubicBezTo>
                  <a:pt x="97" y="159"/>
                  <a:pt x="97" y="160"/>
                  <a:pt x="96" y="160"/>
                </a:cubicBezTo>
                <a:close/>
                <a:moveTo>
                  <a:pt x="95" y="158"/>
                </a:moveTo>
                <a:cubicBezTo>
                  <a:pt x="95" y="158"/>
                  <a:pt x="95" y="158"/>
                  <a:pt x="95" y="158"/>
                </a:cubicBezTo>
                <a:cubicBezTo>
                  <a:pt x="93" y="159"/>
                  <a:pt x="94" y="159"/>
                  <a:pt x="92" y="160"/>
                </a:cubicBezTo>
                <a:cubicBezTo>
                  <a:pt x="93" y="161"/>
                  <a:pt x="93" y="161"/>
                  <a:pt x="93" y="161"/>
                </a:cubicBezTo>
                <a:cubicBezTo>
                  <a:pt x="94" y="159"/>
                  <a:pt x="94" y="160"/>
                  <a:pt x="95" y="158"/>
                </a:cubicBezTo>
                <a:close/>
                <a:moveTo>
                  <a:pt x="85" y="163"/>
                </a:moveTo>
                <a:cubicBezTo>
                  <a:pt x="86" y="162"/>
                  <a:pt x="86" y="162"/>
                  <a:pt x="86" y="162"/>
                </a:cubicBezTo>
                <a:cubicBezTo>
                  <a:pt x="86" y="162"/>
                  <a:pt x="85" y="162"/>
                  <a:pt x="85" y="163"/>
                </a:cubicBezTo>
                <a:close/>
                <a:moveTo>
                  <a:pt x="91" y="167"/>
                </a:moveTo>
                <a:cubicBezTo>
                  <a:pt x="91" y="167"/>
                  <a:pt x="91" y="167"/>
                  <a:pt x="91" y="168"/>
                </a:cubicBezTo>
                <a:cubicBezTo>
                  <a:pt x="92" y="168"/>
                  <a:pt x="92" y="168"/>
                  <a:pt x="92" y="167"/>
                </a:cubicBezTo>
                <a:cubicBezTo>
                  <a:pt x="92" y="167"/>
                  <a:pt x="92" y="167"/>
                  <a:pt x="92" y="167"/>
                </a:cubicBezTo>
                <a:cubicBezTo>
                  <a:pt x="92" y="167"/>
                  <a:pt x="91" y="166"/>
                  <a:pt x="91" y="167"/>
                </a:cubicBezTo>
                <a:close/>
                <a:moveTo>
                  <a:pt x="101" y="179"/>
                </a:moveTo>
                <a:cubicBezTo>
                  <a:pt x="101" y="179"/>
                  <a:pt x="101" y="179"/>
                  <a:pt x="102" y="180"/>
                </a:cubicBezTo>
                <a:cubicBezTo>
                  <a:pt x="102" y="179"/>
                  <a:pt x="102" y="178"/>
                  <a:pt x="103" y="178"/>
                </a:cubicBezTo>
                <a:cubicBezTo>
                  <a:pt x="103" y="178"/>
                  <a:pt x="103" y="178"/>
                  <a:pt x="103" y="177"/>
                </a:cubicBezTo>
                <a:cubicBezTo>
                  <a:pt x="102" y="178"/>
                  <a:pt x="102" y="178"/>
                  <a:pt x="101" y="179"/>
                </a:cubicBezTo>
                <a:close/>
                <a:moveTo>
                  <a:pt x="111" y="187"/>
                </a:moveTo>
                <a:cubicBezTo>
                  <a:pt x="111" y="188"/>
                  <a:pt x="112" y="187"/>
                  <a:pt x="112" y="187"/>
                </a:cubicBezTo>
                <a:cubicBezTo>
                  <a:pt x="111" y="187"/>
                  <a:pt x="112" y="187"/>
                  <a:pt x="112" y="186"/>
                </a:cubicBezTo>
                <a:cubicBezTo>
                  <a:pt x="111" y="186"/>
                  <a:pt x="112" y="187"/>
                  <a:pt x="111" y="187"/>
                </a:cubicBezTo>
                <a:close/>
                <a:moveTo>
                  <a:pt x="100" y="178"/>
                </a:moveTo>
                <a:cubicBezTo>
                  <a:pt x="100" y="179"/>
                  <a:pt x="101" y="179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1" y="178"/>
                  <a:pt x="101" y="178"/>
                </a:cubicBezTo>
                <a:cubicBezTo>
                  <a:pt x="101" y="178"/>
                  <a:pt x="100" y="178"/>
                  <a:pt x="100" y="178"/>
                </a:cubicBezTo>
                <a:close/>
                <a:moveTo>
                  <a:pt x="101" y="180"/>
                </a:moveTo>
                <a:cubicBezTo>
                  <a:pt x="101" y="179"/>
                  <a:pt x="101" y="181"/>
                  <a:pt x="102" y="180"/>
                </a:cubicBezTo>
                <a:cubicBezTo>
                  <a:pt x="102" y="180"/>
                  <a:pt x="101" y="179"/>
                  <a:pt x="101" y="179"/>
                </a:cubicBezTo>
                <a:cubicBezTo>
                  <a:pt x="101" y="179"/>
                  <a:pt x="100" y="180"/>
                  <a:pt x="101" y="180"/>
                </a:cubicBezTo>
                <a:close/>
                <a:moveTo>
                  <a:pt x="76" y="157"/>
                </a:moveTo>
                <a:cubicBezTo>
                  <a:pt x="76" y="157"/>
                  <a:pt x="77" y="156"/>
                  <a:pt x="76" y="156"/>
                </a:cubicBezTo>
                <a:cubicBezTo>
                  <a:pt x="76" y="156"/>
                  <a:pt x="76" y="157"/>
                  <a:pt x="76" y="157"/>
                </a:cubicBezTo>
                <a:close/>
                <a:moveTo>
                  <a:pt x="99" y="179"/>
                </a:moveTo>
                <a:cubicBezTo>
                  <a:pt x="99" y="178"/>
                  <a:pt x="100" y="180"/>
                  <a:pt x="100" y="179"/>
                </a:cubicBezTo>
                <a:cubicBezTo>
                  <a:pt x="99" y="179"/>
                  <a:pt x="100" y="179"/>
                  <a:pt x="100" y="178"/>
                </a:cubicBezTo>
                <a:cubicBezTo>
                  <a:pt x="100" y="178"/>
                  <a:pt x="99" y="179"/>
                  <a:pt x="99" y="179"/>
                </a:cubicBezTo>
                <a:close/>
                <a:moveTo>
                  <a:pt x="104" y="186"/>
                </a:moveTo>
                <a:cubicBezTo>
                  <a:pt x="105" y="185"/>
                  <a:pt x="105" y="185"/>
                  <a:pt x="105" y="185"/>
                </a:cubicBezTo>
                <a:cubicBezTo>
                  <a:pt x="105" y="184"/>
                  <a:pt x="104" y="185"/>
                  <a:pt x="104" y="186"/>
                </a:cubicBezTo>
                <a:close/>
                <a:moveTo>
                  <a:pt x="100" y="181"/>
                </a:move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0" y="181"/>
                  <a:pt x="100" y="181"/>
                </a:cubicBezTo>
                <a:cubicBezTo>
                  <a:pt x="100" y="181"/>
                  <a:pt x="101" y="181"/>
                  <a:pt x="101" y="181"/>
                </a:cubicBezTo>
                <a:cubicBezTo>
                  <a:pt x="100" y="181"/>
                  <a:pt x="100" y="180"/>
                  <a:pt x="100" y="181"/>
                </a:cubicBezTo>
                <a:close/>
                <a:moveTo>
                  <a:pt x="108" y="192"/>
                </a:moveTo>
                <a:cubicBezTo>
                  <a:pt x="108" y="191"/>
                  <a:pt x="109" y="190"/>
                  <a:pt x="109" y="190"/>
                </a:cubicBezTo>
                <a:cubicBezTo>
                  <a:pt x="108" y="191"/>
                  <a:pt x="107" y="191"/>
                  <a:pt x="108" y="192"/>
                </a:cubicBezTo>
                <a:close/>
                <a:moveTo>
                  <a:pt x="76" y="161"/>
                </a:moveTo>
                <a:cubicBezTo>
                  <a:pt x="76" y="161"/>
                  <a:pt x="77" y="162"/>
                  <a:pt x="77" y="161"/>
                </a:cubicBezTo>
                <a:cubicBezTo>
                  <a:pt x="77" y="161"/>
                  <a:pt x="77" y="161"/>
                  <a:pt x="77" y="161"/>
                </a:cubicBezTo>
                <a:cubicBezTo>
                  <a:pt x="77" y="161"/>
                  <a:pt x="78" y="161"/>
                  <a:pt x="77" y="161"/>
                </a:cubicBezTo>
                <a:cubicBezTo>
                  <a:pt x="77" y="161"/>
                  <a:pt x="77" y="161"/>
                  <a:pt x="76" y="161"/>
                </a:cubicBezTo>
                <a:close/>
                <a:moveTo>
                  <a:pt x="99" y="182"/>
                </a:moveTo>
                <a:cubicBezTo>
                  <a:pt x="99" y="182"/>
                  <a:pt x="99" y="182"/>
                  <a:pt x="99" y="182"/>
                </a:cubicBezTo>
                <a:cubicBezTo>
                  <a:pt x="100" y="182"/>
                  <a:pt x="100" y="182"/>
                  <a:pt x="100" y="181"/>
                </a:cubicBezTo>
                <a:cubicBezTo>
                  <a:pt x="99" y="181"/>
                  <a:pt x="99" y="182"/>
                  <a:pt x="99" y="182"/>
                </a:cubicBezTo>
                <a:close/>
                <a:moveTo>
                  <a:pt x="102" y="184"/>
                </a:moveTo>
                <a:cubicBezTo>
                  <a:pt x="102" y="184"/>
                  <a:pt x="102" y="185"/>
                  <a:pt x="102" y="185"/>
                </a:cubicBezTo>
                <a:cubicBezTo>
                  <a:pt x="102" y="185"/>
                  <a:pt x="102" y="185"/>
                  <a:pt x="102" y="185"/>
                </a:cubicBezTo>
                <a:cubicBezTo>
                  <a:pt x="102" y="185"/>
                  <a:pt x="103" y="185"/>
                  <a:pt x="103" y="184"/>
                </a:cubicBezTo>
                <a:cubicBezTo>
                  <a:pt x="103" y="185"/>
                  <a:pt x="102" y="184"/>
                  <a:pt x="102" y="184"/>
                </a:cubicBezTo>
                <a:close/>
                <a:moveTo>
                  <a:pt x="103" y="187"/>
                </a:moveTo>
                <a:cubicBezTo>
                  <a:pt x="104" y="186"/>
                  <a:pt x="104" y="186"/>
                  <a:pt x="104" y="185"/>
                </a:cubicBezTo>
                <a:cubicBezTo>
                  <a:pt x="104" y="186"/>
                  <a:pt x="103" y="186"/>
                  <a:pt x="103" y="187"/>
                </a:cubicBezTo>
                <a:close/>
                <a:moveTo>
                  <a:pt x="99" y="185"/>
                </a:moveTo>
                <a:cubicBezTo>
                  <a:pt x="99" y="185"/>
                  <a:pt x="100" y="185"/>
                  <a:pt x="100" y="185"/>
                </a:cubicBezTo>
                <a:cubicBezTo>
                  <a:pt x="100" y="185"/>
                  <a:pt x="101" y="185"/>
                  <a:pt x="101" y="186"/>
                </a:cubicBezTo>
                <a:cubicBezTo>
                  <a:pt x="102" y="186"/>
                  <a:pt x="100" y="184"/>
                  <a:pt x="102" y="184"/>
                </a:cubicBezTo>
                <a:cubicBezTo>
                  <a:pt x="101" y="184"/>
                  <a:pt x="101" y="184"/>
                  <a:pt x="101" y="183"/>
                </a:cubicBezTo>
                <a:cubicBezTo>
                  <a:pt x="100" y="184"/>
                  <a:pt x="99" y="184"/>
                  <a:pt x="99" y="185"/>
                </a:cubicBezTo>
                <a:close/>
                <a:moveTo>
                  <a:pt x="84" y="169"/>
                </a:moveTo>
                <a:cubicBezTo>
                  <a:pt x="84" y="169"/>
                  <a:pt x="85" y="169"/>
                  <a:pt x="85" y="168"/>
                </a:cubicBezTo>
                <a:cubicBezTo>
                  <a:pt x="85" y="169"/>
                  <a:pt x="84" y="169"/>
                  <a:pt x="84" y="169"/>
                </a:cubicBezTo>
                <a:close/>
                <a:moveTo>
                  <a:pt x="97" y="181"/>
                </a:moveTo>
                <a:cubicBezTo>
                  <a:pt x="98" y="181"/>
                  <a:pt x="97" y="182"/>
                  <a:pt x="98" y="182"/>
                </a:cubicBezTo>
                <a:cubicBezTo>
                  <a:pt x="98" y="181"/>
                  <a:pt x="98" y="181"/>
                  <a:pt x="98" y="181"/>
                </a:cubicBezTo>
                <a:cubicBezTo>
                  <a:pt x="98" y="181"/>
                  <a:pt x="98" y="181"/>
                  <a:pt x="97" y="181"/>
                </a:cubicBezTo>
                <a:close/>
                <a:moveTo>
                  <a:pt x="105" y="194"/>
                </a:moveTo>
                <a:cubicBezTo>
                  <a:pt x="106" y="194"/>
                  <a:pt x="106" y="192"/>
                  <a:pt x="107" y="192"/>
                </a:cubicBezTo>
                <a:cubicBezTo>
                  <a:pt x="107" y="192"/>
                  <a:pt x="107" y="192"/>
                  <a:pt x="107" y="192"/>
                </a:cubicBezTo>
                <a:cubicBezTo>
                  <a:pt x="106" y="192"/>
                  <a:pt x="105" y="193"/>
                  <a:pt x="105" y="194"/>
                </a:cubicBezTo>
                <a:close/>
                <a:moveTo>
                  <a:pt x="91" y="184"/>
                </a:moveTo>
                <a:cubicBezTo>
                  <a:pt x="92" y="184"/>
                  <a:pt x="91" y="185"/>
                  <a:pt x="91" y="185"/>
                </a:cubicBezTo>
                <a:cubicBezTo>
                  <a:pt x="92" y="185"/>
                  <a:pt x="92" y="184"/>
                  <a:pt x="93" y="184"/>
                </a:cubicBezTo>
                <a:cubicBezTo>
                  <a:pt x="92" y="184"/>
                  <a:pt x="92" y="184"/>
                  <a:pt x="92" y="183"/>
                </a:cubicBezTo>
                <a:cubicBezTo>
                  <a:pt x="92" y="184"/>
                  <a:pt x="92" y="184"/>
                  <a:pt x="91" y="184"/>
                </a:cubicBezTo>
                <a:close/>
                <a:moveTo>
                  <a:pt x="72" y="169"/>
                </a:moveTo>
                <a:cubicBezTo>
                  <a:pt x="73" y="170"/>
                  <a:pt x="73" y="170"/>
                  <a:pt x="73" y="170"/>
                </a:cubicBezTo>
                <a:cubicBezTo>
                  <a:pt x="73" y="169"/>
                  <a:pt x="75" y="168"/>
                  <a:pt x="74" y="167"/>
                </a:cubicBezTo>
                <a:cubicBezTo>
                  <a:pt x="73" y="168"/>
                  <a:pt x="73" y="169"/>
                  <a:pt x="72" y="169"/>
                </a:cubicBezTo>
                <a:close/>
                <a:moveTo>
                  <a:pt x="74" y="170"/>
                </a:moveTo>
                <a:cubicBezTo>
                  <a:pt x="75" y="170"/>
                  <a:pt x="76" y="169"/>
                  <a:pt x="76" y="168"/>
                </a:cubicBezTo>
                <a:cubicBezTo>
                  <a:pt x="75" y="169"/>
                  <a:pt x="74" y="170"/>
                  <a:pt x="74" y="170"/>
                </a:cubicBezTo>
                <a:close/>
                <a:moveTo>
                  <a:pt x="88" y="184"/>
                </a:moveTo>
                <a:cubicBezTo>
                  <a:pt x="89" y="185"/>
                  <a:pt x="89" y="185"/>
                  <a:pt x="89" y="185"/>
                </a:cubicBezTo>
                <a:cubicBezTo>
                  <a:pt x="90" y="184"/>
                  <a:pt x="90" y="184"/>
                  <a:pt x="90" y="183"/>
                </a:cubicBezTo>
                <a:cubicBezTo>
                  <a:pt x="90" y="183"/>
                  <a:pt x="89" y="184"/>
                  <a:pt x="88" y="184"/>
                </a:cubicBezTo>
                <a:close/>
                <a:moveTo>
                  <a:pt x="71" y="168"/>
                </a:moveTo>
                <a:cubicBezTo>
                  <a:pt x="71" y="168"/>
                  <a:pt x="71" y="167"/>
                  <a:pt x="71" y="167"/>
                </a:cubicBezTo>
                <a:cubicBezTo>
                  <a:pt x="71" y="167"/>
                  <a:pt x="71" y="168"/>
                  <a:pt x="71" y="168"/>
                </a:cubicBezTo>
                <a:close/>
                <a:moveTo>
                  <a:pt x="89" y="187"/>
                </a:moveTo>
                <a:cubicBezTo>
                  <a:pt x="90" y="188"/>
                  <a:pt x="90" y="187"/>
                  <a:pt x="90" y="187"/>
                </a:cubicBezTo>
                <a:cubicBezTo>
                  <a:pt x="91" y="187"/>
                  <a:pt x="91" y="186"/>
                  <a:pt x="91" y="186"/>
                </a:cubicBezTo>
                <a:cubicBezTo>
                  <a:pt x="90" y="186"/>
                  <a:pt x="90" y="187"/>
                  <a:pt x="89" y="186"/>
                </a:cubicBezTo>
                <a:cubicBezTo>
                  <a:pt x="89" y="186"/>
                  <a:pt x="90" y="187"/>
                  <a:pt x="89" y="187"/>
                </a:cubicBezTo>
                <a:close/>
                <a:moveTo>
                  <a:pt x="84" y="182"/>
                </a:moveTo>
                <a:cubicBezTo>
                  <a:pt x="84" y="182"/>
                  <a:pt x="85" y="180"/>
                  <a:pt x="84" y="180"/>
                </a:cubicBezTo>
                <a:cubicBezTo>
                  <a:pt x="84" y="181"/>
                  <a:pt x="83" y="181"/>
                  <a:pt x="84" y="182"/>
                </a:cubicBezTo>
                <a:close/>
                <a:moveTo>
                  <a:pt x="72" y="173"/>
                </a:moveTo>
                <a:cubicBezTo>
                  <a:pt x="72" y="173"/>
                  <a:pt x="73" y="173"/>
                  <a:pt x="73" y="173"/>
                </a:cubicBezTo>
                <a:cubicBezTo>
                  <a:pt x="73" y="173"/>
                  <a:pt x="73" y="173"/>
                  <a:pt x="73" y="172"/>
                </a:cubicBezTo>
                <a:cubicBezTo>
                  <a:pt x="72" y="172"/>
                  <a:pt x="75" y="172"/>
                  <a:pt x="74" y="171"/>
                </a:cubicBezTo>
                <a:cubicBezTo>
                  <a:pt x="73" y="171"/>
                  <a:pt x="73" y="172"/>
                  <a:pt x="72" y="173"/>
                </a:cubicBezTo>
                <a:close/>
                <a:moveTo>
                  <a:pt x="97" y="197"/>
                </a:moveTo>
                <a:cubicBezTo>
                  <a:pt x="98" y="196"/>
                  <a:pt x="99" y="195"/>
                  <a:pt x="99" y="194"/>
                </a:cubicBezTo>
                <a:cubicBezTo>
                  <a:pt x="99" y="195"/>
                  <a:pt x="97" y="195"/>
                  <a:pt x="97" y="197"/>
                </a:cubicBezTo>
                <a:close/>
                <a:moveTo>
                  <a:pt x="69" y="174"/>
                </a:moveTo>
                <a:cubicBezTo>
                  <a:pt x="70" y="173"/>
                  <a:pt x="71" y="172"/>
                  <a:pt x="72" y="171"/>
                </a:cubicBezTo>
                <a:cubicBezTo>
                  <a:pt x="72" y="170"/>
                  <a:pt x="72" y="170"/>
                  <a:pt x="72" y="170"/>
                </a:cubicBezTo>
                <a:cubicBezTo>
                  <a:pt x="71" y="172"/>
                  <a:pt x="69" y="172"/>
                  <a:pt x="69" y="174"/>
                </a:cubicBezTo>
                <a:close/>
                <a:moveTo>
                  <a:pt x="91" y="189"/>
                </a:moveTo>
                <a:cubicBezTo>
                  <a:pt x="91" y="189"/>
                  <a:pt x="92" y="189"/>
                  <a:pt x="91" y="188"/>
                </a:cubicBezTo>
                <a:cubicBezTo>
                  <a:pt x="91" y="189"/>
                  <a:pt x="90" y="189"/>
                  <a:pt x="91" y="189"/>
                </a:cubicBezTo>
                <a:close/>
                <a:moveTo>
                  <a:pt x="69" y="171"/>
                </a:moveTo>
                <a:cubicBezTo>
                  <a:pt x="69" y="170"/>
                  <a:pt x="70" y="169"/>
                  <a:pt x="70" y="169"/>
                </a:cubicBezTo>
                <a:cubicBezTo>
                  <a:pt x="69" y="169"/>
                  <a:pt x="68" y="170"/>
                  <a:pt x="69" y="171"/>
                </a:cubicBezTo>
                <a:close/>
                <a:moveTo>
                  <a:pt x="67" y="172"/>
                </a:moveTo>
                <a:cubicBezTo>
                  <a:pt x="68" y="173"/>
                  <a:pt x="68" y="172"/>
                  <a:pt x="68" y="171"/>
                </a:cubicBezTo>
                <a:lnTo>
                  <a:pt x="67" y="172"/>
                </a:lnTo>
                <a:close/>
                <a:moveTo>
                  <a:pt x="96" y="198"/>
                </a:moveTo>
                <a:cubicBezTo>
                  <a:pt x="97" y="198"/>
                  <a:pt x="97" y="197"/>
                  <a:pt x="97" y="197"/>
                </a:cubicBezTo>
                <a:cubicBezTo>
                  <a:pt x="96" y="197"/>
                  <a:pt x="96" y="198"/>
                  <a:pt x="96" y="198"/>
                </a:cubicBezTo>
                <a:close/>
                <a:moveTo>
                  <a:pt x="75" y="181"/>
                </a:moveTo>
                <a:cubicBezTo>
                  <a:pt x="76" y="181"/>
                  <a:pt x="77" y="180"/>
                  <a:pt x="76" y="180"/>
                </a:cubicBezTo>
                <a:cubicBezTo>
                  <a:pt x="76" y="180"/>
                  <a:pt x="75" y="181"/>
                  <a:pt x="75" y="181"/>
                </a:cubicBezTo>
                <a:close/>
                <a:moveTo>
                  <a:pt x="90" y="195"/>
                </a:moveTo>
                <a:cubicBezTo>
                  <a:pt x="91" y="196"/>
                  <a:pt x="91" y="194"/>
                  <a:pt x="92" y="194"/>
                </a:cubicBezTo>
                <a:cubicBezTo>
                  <a:pt x="92" y="194"/>
                  <a:pt x="92" y="194"/>
                  <a:pt x="91" y="193"/>
                </a:cubicBezTo>
                <a:cubicBezTo>
                  <a:pt x="91" y="194"/>
                  <a:pt x="91" y="195"/>
                  <a:pt x="90" y="195"/>
                </a:cubicBezTo>
                <a:close/>
                <a:moveTo>
                  <a:pt x="65" y="173"/>
                </a:moveTo>
                <a:cubicBezTo>
                  <a:pt x="66" y="173"/>
                  <a:pt x="66" y="172"/>
                  <a:pt x="66" y="172"/>
                </a:cubicBezTo>
                <a:cubicBezTo>
                  <a:pt x="66" y="172"/>
                  <a:pt x="65" y="173"/>
                  <a:pt x="65" y="173"/>
                </a:cubicBezTo>
                <a:close/>
                <a:moveTo>
                  <a:pt x="67" y="176"/>
                </a:moveTo>
                <a:cubicBezTo>
                  <a:pt x="68" y="177"/>
                  <a:pt x="69" y="175"/>
                  <a:pt x="68" y="175"/>
                </a:cubicBezTo>
                <a:cubicBezTo>
                  <a:pt x="68" y="176"/>
                  <a:pt x="67" y="176"/>
                  <a:pt x="67" y="176"/>
                </a:cubicBezTo>
                <a:close/>
                <a:moveTo>
                  <a:pt x="70" y="178"/>
                </a:moveTo>
                <a:cubicBezTo>
                  <a:pt x="70" y="179"/>
                  <a:pt x="70" y="178"/>
                  <a:pt x="70" y="177"/>
                </a:cubicBezTo>
                <a:cubicBezTo>
                  <a:pt x="70" y="177"/>
                  <a:pt x="70" y="178"/>
                  <a:pt x="70" y="178"/>
                </a:cubicBezTo>
                <a:close/>
                <a:moveTo>
                  <a:pt x="88" y="196"/>
                </a:moveTo>
                <a:cubicBezTo>
                  <a:pt x="89" y="196"/>
                  <a:pt x="90" y="195"/>
                  <a:pt x="89" y="194"/>
                </a:cubicBezTo>
                <a:cubicBezTo>
                  <a:pt x="89" y="196"/>
                  <a:pt x="87" y="195"/>
                  <a:pt x="88" y="196"/>
                </a:cubicBezTo>
                <a:close/>
                <a:moveTo>
                  <a:pt x="63" y="174"/>
                </a:moveTo>
                <a:cubicBezTo>
                  <a:pt x="63" y="174"/>
                  <a:pt x="63" y="174"/>
                  <a:pt x="63" y="174"/>
                </a:cubicBezTo>
                <a:cubicBezTo>
                  <a:pt x="64" y="174"/>
                  <a:pt x="64" y="173"/>
                  <a:pt x="64" y="172"/>
                </a:cubicBezTo>
                <a:cubicBezTo>
                  <a:pt x="64" y="172"/>
                  <a:pt x="64" y="173"/>
                  <a:pt x="63" y="174"/>
                </a:cubicBezTo>
                <a:close/>
                <a:moveTo>
                  <a:pt x="87" y="195"/>
                </a:moveTo>
                <a:cubicBezTo>
                  <a:pt x="87" y="194"/>
                  <a:pt x="87" y="194"/>
                  <a:pt x="88" y="194"/>
                </a:cubicBezTo>
                <a:cubicBezTo>
                  <a:pt x="87" y="193"/>
                  <a:pt x="87" y="193"/>
                  <a:pt x="87" y="193"/>
                </a:cubicBezTo>
                <a:cubicBezTo>
                  <a:pt x="87" y="194"/>
                  <a:pt x="86" y="194"/>
                  <a:pt x="87" y="195"/>
                </a:cubicBezTo>
                <a:close/>
                <a:moveTo>
                  <a:pt x="89" y="196"/>
                </a:moveTo>
                <a:cubicBezTo>
                  <a:pt x="89" y="196"/>
                  <a:pt x="90" y="197"/>
                  <a:pt x="90" y="197"/>
                </a:cubicBezTo>
                <a:cubicBezTo>
                  <a:pt x="90" y="196"/>
                  <a:pt x="90" y="196"/>
                  <a:pt x="89" y="196"/>
                </a:cubicBezTo>
                <a:close/>
                <a:moveTo>
                  <a:pt x="70" y="180"/>
                </a:moveTo>
                <a:cubicBezTo>
                  <a:pt x="70" y="180"/>
                  <a:pt x="70" y="180"/>
                  <a:pt x="70" y="179"/>
                </a:cubicBezTo>
                <a:cubicBezTo>
                  <a:pt x="70" y="179"/>
                  <a:pt x="69" y="179"/>
                  <a:pt x="69" y="180"/>
                </a:cubicBezTo>
                <a:cubicBezTo>
                  <a:pt x="69" y="180"/>
                  <a:pt x="69" y="180"/>
                  <a:pt x="70" y="180"/>
                </a:cubicBezTo>
                <a:close/>
                <a:moveTo>
                  <a:pt x="63" y="175"/>
                </a:moveTo>
                <a:cubicBezTo>
                  <a:pt x="62" y="175"/>
                  <a:pt x="61" y="176"/>
                  <a:pt x="61" y="177"/>
                </a:cubicBezTo>
                <a:cubicBezTo>
                  <a:pt x="62" y="177"/>
                  <a:pt x="63" y="175"/>
                  <a:pt x="63" y="174"/>
                </a:cubicBezTo>
                <a:cubicBezTo>
                  <a:pt x="63" y="174"/>
                  <a:pt x="63" y="175"/>
                  <a:pt x="63" y="175"/>
                </a:cubicBezTo>
                <a:close/>
                <a:moveTo>
                  <a:pt x="88" y="201"/>
                </a:moveTo>
                <a:cubicBezTo>
                  <a:pt x="88" y="202"/>
                  <a:pt x="88" y="202"/>
                  <a:pt x="89" y="202"/>
                </a:cubicBezTo>
                <a:cubicBezTo>
                  <a:pt x="89" y="201"/>
                  <a:pt x="89" y="201"/>
                  <a:pt x="90" y="200"/>
                </a:cubicBezTo>
                <a:cubicBezTo>
                  <a:pt x="90" y="200"/>
                  <a:pt x="90" y="200"/>
                  <a:pt x="90" y="199"/>
                </a:cubicBezTo>
                <a:cubicBezTo>
                  <a:pt x="90" y="199"/>
                  <a:pt x="90" y="199"/>
                  <a:pt x="90" y="199"/>
                </a:cubicBezTo>
                <a:cubicBezTo>
                  <a:pt x="89" y="200"/>
                  <a:pt x="89" y="201"/>
                  <a:pt x="88" y="201"/>
                </a:cubicBezTo>
                <a:close/>
                <a:moveTo>
                  <a:pt x="92" y="203"/>
                </a:moveTo>
                <a:cubicBezTo>
                  <a:pt x="92" y="203"/>
                  <a:pt x="93" y="202"/>
                  <a:pt x="93" y="202"/>
                </a:cubicBezTo>
                <a:cubicBezTo>
                  <a:pt x="92" y="202"/>
                  <a:pt x="92" y="202"/>
                  <a:pt x="92" y="203"/>
                </a:cubicBezTo>
                <a:close/>
                <a:moveTo>
                  <a:pt x="62" y="177"/>
                </a:moveTo>
                <a:cubicBezTo>
                  <a:pt x="62" y="177"/>
                  <a:pt x="63" y="177"/>
                  <a:pt x="63" y="176"/>
                </a:cubicBezTo>
                <a:cubicBezTo>
                  <a:pt x="62" y="176"/>
                  <a:pt x="62" y="177"/>
                  <a:pt x="62" y="177"/>
                </a:cubicBezTo>
                <a:close/>
                <a:moveTo>
                  <a:pt x="62" y="177"/>
                </a:moveTo>
                <a:cubicBezTo>
                  <a:pt x="62" y="178"/>
                  <a:pt x="63" y="178"/>
                  <a:pt x="63" y="178"/>
                </a:cubicBezTo>
                <a:cubicBezTo>
                  <a:pt x="63" y="177"/>
                  <a:pt x="63" y="177"/>
                  <a:pt x="62" y="177"/>
                </a:cubicBezTo>
                <a:close/>
                <a:moveTo>
                  <a:pt x="90" y="205"/>
                </a:moveTo>
                <a:cubicBezTo>
                  <a:pt x="90" y="205"/>
                  <a:pt x="92" y="204"/>
                  <a:pt x="91" y="203"/>
                </a:cubicBezTo>
                <a:cubicBezTo>
                  <a:pt x="91" y="203"/>
                  <a:pt x="90" y="204"/>
                  <a:pt x="90" y="205"/>
                </a:cubicBezTo>
                <a:close/>
                <a:moveTo>
                  <a:pt x="89" y="203"/>
                </a:moveTo>
                <a:cubicBezTo>
                  <a:pt x="90" y="204"/>
                  <a:pt x="91" y="202"/>
                  <a:pt x="90" y="202"/>
                </a:cubicBezTo>
                <a:cubicBezTo>
                  <a:pt x="90" y="203"/>
                  <a:pt x="90" y="203"/>
                  <a:pt x="89" y="203"/>
                </a:cubicBezTo>
                <a:close/>
                <a:moveTo>
                  <a:pt x="78" y="193"/>
                </a:moveTo>
                <a:cubicBezTo>
                  <a:pt x="76" y="194"/>
                  <a:pt x="79" y="195"/>
                  <a:pt x="78" y="196"/>
                </a:cubicBezTo>
                <a:cubicBezTo>
                  <a:pt x="79" y="196"/>
                  <a:pt x="80" y="194"/>
                  <a:pt x="80" y="194"/>
                </a:cubicBezTo>
                <a:cubicBezTo>
                  <a:pt x="79" y="195"/>
                  <a:pt x="78" y="194"/>
                  <a:pt x="78" y="193"/>
                </a:cubicBezTo>
                <a:close/>
                <a:moveTo>
                  <a:pt x="70" y="188"/>
                </a:moveTo>
                <a:cubicBezTo>
                  <a:pt x="69" y="188"/>
                  <a:pt x="70" y="188"/>
                  <a:pt x="69" y="188"/>
                </a:cubicBezTo>
                <a:cubicBezTo>
                  <a:pt x="69" y="189"/>
                  <a:pt x="67" y="189"/>
                  <a:pt x="68" y="190"/>
                </a:cubicBezTo>
                <a:cubicBezTo>
                  <a:pt x="68" y="189"/>
                  <a:pt x="70" y="190"/>
                  <a:pt x="70" y="188"/>
                </a:cubicBezTo>
                <a:cubicBezTo>
                  <a:pt x="70" y="188"/>
                  <a:pt x="70" y="188"/>
                  <a:pt x="70" y="188"/>
                </a:cubicBezTo>
                <a:close/>
                <a:moveTo>
                  <a:pt x="66" y="185"/>
                </a:moveTo>
                <a:cubicBezTo>
                  <a:pt x="65" y="185"/>
                  <a:pt x="65" y="185"/>
                  <a:pt x="66" y="186"/>
                </a:cubicBezTo>
                <a:cubicBezTo>
                  <a:pt x="66" y="185"/>
                  <a:pt x="66" y="184"/>
                  <a:pt x="66" y="185"/>
                </a:cubicBezTo>
                <a:close/>
                <a:moveTo>
                  <a:pt x="79" y="199"/>
                </a:moveTo>
                <a:cubicBezTo>
                  <a:pt x="80" y="199"/>
                  <a:pt x="81" y="198"/>
                  <a:pt x="81" y="198"/>
                </a:cubicBezTo>
                <a:cubicBezTo>
                  <a:pt x="80" y="198"/>
                  <a:pt x="79" y="199"/>
                  <a:pt x="79" y="199"/>
                </a:cubicBezTo>
                <a:close/>
                <a:moveTo>
                  <a:pt x="84" y="202"/>
                </a:moveTo>
                <a:cubicBezTo>
                  <a:pt x="85" y="202"/>
                  <a:pt x="85" y="201"/>
                  <a:pt x="85" y="201"/>
                </a:cubicBezTo>
                <a:cubicBezTo>
                  <a:pt x="84" y="201"/>
                  <a:pt x="84" y="202"/>
                  <a:pt x="84" y="202"/>
                </a:cubicBezTo>
                <a:close/>
                <a:moveTo>
                  <a:pt x="58" y="182"/>
                </a:moveTo>
                <a:cubicBezTo>
                  <a:pt x="58" y="183"/>
                  <a:pt x="60" y="181"/>
                  <a:pt x="59" y="181"/>
                </a:cubicBezTo>
                <a:cubicBezTo>
                  <a:pt x="59" y="181"/>
                  <a:pt x="57" y="182"/>
                  <a:pt x="58" y="182"/>
                </a:cubicBezTo>
                <a:close/>
                <a:moveTo>
                  <a:pt x="76" y="197"/>
                </a:moveTo>
                <a:cubicBezTo>
                  <a:pt x="77" y="198"/>
                  <a:pt x="78" y="196"/>
                  <a:pt x="77" y="197"/>
                </a:cubicBezTo>
                <a:cubicBezTo>
                  <a:pt x="77" y="197"/>
                  <a:pt x="76" y="197"/>
                  <a:pt x="76" y="197"/>
                </a:cubicBezTo>
                <a:close/>
                <a:moveTo>
                  <a:pt x="68" y="191"/>
                </a:moveTo>
                <a:cubicBezTo>
                  <a:pt x="68" y="191"/>
                  <a:pt x="68" y="191"/>
                  <a:pt x="69" y="191"/>
                </a:cubicBezTo>
                <a:cubicBezTo>
                  <a:pt x="68" y="191"/>
                  <a:pt x="69" y="190"/>
                  <a:pt x="69" y="190"/>
                </a:cubicBezTo>
                <a:cubicBezTo>
                  <a:pt x="68" y="190"/>
                  <a:pt x="68" y="191"/>
                  <a:pt x="68" y="191"/>
                </a:cubicBezTo>
                <a:close/>
                <a:moveTo>
                  <a:pt x="69" y="194"/>
                </a:moveTo>
                <a:cubicBezTo>
                  <a:pt x="70" y="195"/>
                  <a:pt x="70" y="194"/>
                  <a:pt x="71" y="194"/>
                </a:cubicBezTo>
                <a:cubicBezTo>
                  <a:pt x="70" y="193"/>
                  <a:pt x="71" y="193"/>
                  <a:pt x="70" y="193"/>
                </a:cubicBezTo>
                <a:cubicBezTo>
                  <a:pt x="70" y="193"/>
                  <a:pt x="70" y="194"/>
                  <a:pt x="69" y="194"/>
                </a:cubicBezTo>
                <a:close/>
                <a:moveTo>
                  <a:pt x="64" y="195"/>
                </a:moveTo>
                <a:cubicBezTo>
                  <a:pt x="64" y="194"/>
                  <a:pt x="64" y="195"/>
                  <a:pt x="64" y="194"/>
                </a:cubicBezTo>
                <a:cubicBezTo>
                  <a:pt x="65" y="193"/>
                  <a:pt x="65" y="191"/>
                  <a:pt x="67" y="190"/>
                </a:cubicBezTo>
                <a:cubicBezTo>
                  <a:pt x="67" y="191"/>
                  <a:pt x="67" y="192"/>
                  <a:pt x="68" y="191"/>
                </a:cubicBezTo>
                <a:cubicBezTo>
                  <a:pt x="67" y="193"/>
                  <a:pt x="66" y="194"/>
                  <a:pt x="65" y="195"/>
                </a:cubicBezTo>
                <a:cubicBezTo>
                  <a:pt x="65" y="194"/>
                  <a:pt x="66" y="194"/>
                  <a:pt x="66" y="193"/>
                </a:cubicBezTo>
                <a:cubicBezTo>
                  <a:pt x="65" y="192"/>
                  <a:pt x="65" y="195"/>
                  <a:pt x="64" y="195"/>
                </a:cubicBezTo>
                <a:cubicBezTo>
                  <a:pt x="64" y="195"/>
                  <a:pt x="64" y="195"/>
                  <a:pt x="64" y="195"/>
                </a:cubicBezTo>
                <a:close/>
                <a:moveTo>
                  <a:pt x="66" y="192"/>
                </a:moveTo>
                <a:cubicBezTo>
                  <a:pt x="66" y="192"/>
                  <a:pt x="68" y="192"/>
                  <a:pt x="67" y="191"/>
                </a:cubicBezTo>
                <a:cubicBezTo>
                  <a:pt x="67" y="192"/>
                  <a:pt x="66" y="192"/>
                  <a:pt x="66" y="192"/>
                </a:cubicBezTo>
                <a:close/>
                <a:moveTo>
                  <a:pt x="68" y="196"/>
                </a:moveTo>
                <a:cubicBezTo>
                  <a:pt x="69" y="196"/>
                  <a:pt x="69" y="195"/>
                  <a:pt x="69" y="195"/>
                </a:cubicBezTo>
                <a:cubicBezTo>
                  <a:pt x="69" y="195"/>
                  <a:pt x="68" y="196"/>
                  <a:pt x="68" y="196"/>
                </a:cubicBezTo>
                <a:close/>
                <a:moveTo>
                  <a:pt x="81" y="205"/>
                </a:moveTo>
                <a:cubicBezTo>
                  <a:pt x="81" y="206"/>
                  <a:pt x="80" y="206"/>
                  <a:pt x="80" y="207"/>
                </a:cubicBezTo>
                <a:cubicBezTo>
                  <a:pt x="81" y="207"/>
                  <a:pt x="81" y="206"/>
                  <a:pt x="81" y="205"/>
                </a:cubicBezTo>
                <a:close/>
                <a:moveTo>
                  <a:pt x="85" y="210"/>
                </a:moveTo>
                <a:cubicBezTo>
                  <a:pt x="85" y="211"/>
                  <a:pt x="84" y="211"/>
                  <a:pt x="84" y="213"/>
                </a:cubicBezTo>
                <a:cubicBezTo>
                  <a:pt x="84" y="212"/>
                  <a:pt x="87" y="210"/>
                  <a:pt x="86" y="210"/>
                </a:cubicBezTo>
                <a:cubicBezTo>
                  <a:pt x="86" y="210"/>
                  <a:pt x="85" y="210"/>
                  <a:pt x="85" y="210"/>
                </a:cubicBezTo>
                <a:close/>
                <a:moveTo>
                  <a:pt x="81" y="210"/>
                </a:moveTo>
                <a:cubicBezTo>
                  <a:pt x="82" y="210"/>
                  <a:pt x="83" y="209"/>
                  <a:pt x="83" y="207"/>
                </a:cubicBezTo>
                <a:cubicBezTo>
                  <a:pt x="82" y="208"/>
                  <a:pt x="81" y="209"/>
                  <a:pt x="81" y="210"/>
                </a:cubicBezTo>
                <a:close/>
                <a:moveTo>
                  <a:pt x="67" y="196"/>
                </a:moveTo>
                <a:cubicBezTo>
                  <a:pt x="67" y="195"/>
                  <a:pt x="67" y="195"/>
                  <a:pt x="67" y="195"/>
                </a:cubicBezTo>
                <a:cubicBezTo>
                  <a:pt x="66" y="194"/>
                  <a:pt x="67" y="195"/>
                  <a:pt x="67" y="196"/>
                </a:cubicBezTo>
                <a:close/>
                <a:moveTo>
                  <a:pt x="54" y="186"/>
                </a:moveTo>
                <a:cubicBezTo>
                  <a:pt x="55" y="186"/>
                  <a:pt x="55" y="186"/>
                  <a:pt x="55" y="186"/>
                </a:cubicBezTo>
                <a:cubicBezTo>
                  <a:pt x="55" y="186"/>
                  <a:pt x="55" y="187"/>
                  <a:pt x="55" y="187"/>
                </a:cubicBezTo>
                <a:cubicBezTo>
                  <a:pt x="56" y="186"/>
                  <a:pt x="55" y="186"/>
                  <a:pt x="55" y="186"/>
                </a:cubicBezTo>
                <a:cubicBezTo>
                  <a:pt x="55" y="185"/>
                  <a:pt x="55" y="186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lose/>
                <a:moveTo>
                  <a:pt x="63" y="194"/>
                </a:moveTo>
                <a:cubicBezTo>
                  <a:pt x="63" y="194"/>
                  <a:pt x="64" y="194"/>
                  <a:pt x="64" y="193"/>
                </a:cubicBezTo>
                <a:cubicBezTo>
                  <a:pt x="63" y="193"/>
                  <a:pt x="62" y="194"/>
                  <a:pt x="63" y="194"/>
                </a:cubicBezTo>
                <a:close/>
                <a:moveTo>
                  <a:pt x="68" y="198"/>
                </a:moveTo>
                <a:cubicBezTo>
                  <a:pt x="68" y="197"/>
                  <a:pt x="68" y="197"/>
                  <a:pt x="68" y="197"/>
                </a:cubicBezTo>
                <a:cubicBezTo>
                  <a:pt x="68" y="197"/>
                  <a:pt x="67" y="198"/>
                  <a:pt x="68" y="198"/>
                </a:cubicBezTo>
                <a:close/>
                <a:moveTo>
                  <a:pt x="68" y="200"/>
                </a:moveTo>
                <a:cubicBezTo>
                  <a:pt x="69" y="201"/>
                  <a:pt x="69" y="200"/>
                  <a:pt x="70" y="200"/>
                </a:cubicBezTo>
                <a:cubicBezTo>
                  <a:pt x="70" y="200"/>
                  <a:pt x="70" y="199"/>
                  <a:pt x="70" y="199"/>
                </a:cubicBezTo>
                <a:cubicBezTo>
                  <a:pt x="70" y="199"/>
                  <a:pt x="70" y="199"/>
                  <a:pt x="70" y="198"/>
                </a:cubicBezTo>
                <a:cubicBezTo>
                  <a:pt x="69" y="199"/>
                  <a:pt x="69" y="200"/>
                  <a:pt x="68" y="200"/>
                </a:cubicBezTo>
                <a:close/>
                <a:moveTo>
                  <a:pt x="53" y="186"/>
                </a:moveTo>
                <a:cubicBezTo>
                  <a:pt x="53" y="185"/>
                  <a:pt x="54" y="185"/>
                  <a:pt x="53" y="184"/>
                </a:cubicBezTo>
                <a:cubicBezTo>
                  <a:pt x="53" y="184"/>
                  <a:pt x="53" y="185"/>
                  <a:pt x="53" y="186"/>
                </a:cubicBezTo>
                <a:close/>
                <a:moveTo>
                  <a:pt x="66" y="197"/>
                </a:moveTo>
                <a:cubicBezTo>
                  <a:pt x="67" y="196"/>
                  <a:pt x="66" y="197"/>
                  <a:pt x="66" y="196"/>
                </a:cubicBezTo>
                <a:cubicBezTo>
                  <a:pt x="66" y="196"/>
                  <a:pt x="66" y="197"/>
                  <a:pt x="66" y="197"/>
                </a:cubicBezTo>
                <a:close/>
                <a:moveTo>
                  <a:pt x="71" y="202"/>
                </a:moveTo>
                <a:cubicBezTo>
                  <a:pt x="71" y="202"/>
                  <a:pt x="72" y="202"/>
                  <a:pt x="72" y="201"/>
                </a:cubicBezTo>
                <a:cubicBezTo>
                  <a:pt x="71" y="201"/>
                  <a:pt x="70" y="202"/>
                  <a:pt x="71" y="202"/>
                </a:cubicBezTo>
                <a:close/>
                <a:moveTo>
                  <a:pt x="60" y="193"/>
                </a:moveTo>
                <a:cubicBezTo>
                  <a:pt x="61" y="193"/>
                  <a:pt x="61" y="193"/>
                  <a:pt x="61" y="194"/>
                </a:cubicBezTo>
                <a:cubicBezTo>
                  <a:pt x="61" y="193"/>
                  <a:pt x="61" y="194"/>
                  <a:pt x="61" y="194"/>
                </a:cubicBezTo>
                <a:cubicBezTo>
                  <a:pt x="61" y="194"/>
                  <a:pt x="62" y="193"/>
                  <a:pt x="61" y="193"/>
                </a:cubicBezTo>
                <a:cubicBezTo>
                  <a:pt x="61" y="193"/>
                  <a:pt x="61" y="193"/>
                  <a:pt x="60" y="193"/>
                </a:cubicBezTo>
                <a:close/>
                <a:moveTo>
                  <a:pt x="54" y="191"/>
                </a:moveTo>
                <a:cubicBezTo>
                  <a:pt x="55" y="191"/>
                  <a:pt x="56" y="190"/>
                  <a:pt x="56" y="189"/>
                </a:cubicBezTo>
                <a:cubicBezTo>
                  <a:pt x="55" y="189"/>
                  <a:pt x="54" y="190"/>
                  <a:pt x="54" y="191"/>
                </a:cubicBezTo>
                <a:close/>
                <a:moveTo>
                  <a:pt x="76" y="210"/>
                </a:moveTo>
                <a:cubicBezTo>
                  <a:pt x="77" y="209"/>
                  <a:pt x="78" y="209"/>
                  <a:pt x="78" y="208"/>
                </a:cubicBezTo>
                <a:cubicBezTo>
                  <a:pt x="78" y="208"/>
                  <a:pt x="76" y="210"/>
                  <a:pt x="76" y="210"/>
                </a:cubicBezTo>
                <a:close/>
                <a:moveTo>
                  <a:pt x="75" y="208"/>
                </a:moveTo>
                <a:cubicBezTo>
                  <a:pt x="75" y="208"/>
                  <a:pt x="75" y="208"/>
                  <a:pt x="75" y="208"/>
                </a:cubicBezTo>
                <a:cubicBezTo>
                  <a:pt x="75" y="208"/>
                  <a:pt x="75" y="207"/>
                  <a:pt x="75" y="207"/>
                </a:cubicBezTo>
                <a:cubicBezTo>
                  <a:pt x="75" y="207"/>
                  <a:pt x="75" y="207"/>
                  <a:pt x="75" y="207"/>
                </a:cubicBezTo>
                <a:cubicBezTo>
                  <a:pt x="74" y="207"/>
                  <a:pt x="75" y="207"/>
                  <a:pt x="74" y="208"/>
                </a:cubicBezTo>
                <a:lnTo>
                  <a:pt x="75" y="208"/>
                </a:lnTo>
                <a:close/>
                <a:moveTo>
                  <a:pt x="74" y="206"/>
                </a:moveTo>
                <a:cubicBezTo>
                  <a:pt x="73" y="207"/>
                  <a:pt x="73" y="205"/>
                  <a:pt x="73" y="206"/>
                </a:cubicBezTo>
                <a:cubicBezTo>
                  <a:pt x="73" y="206"/>
                  <a:pt x="72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3" y="207"/>
                  <a:pt x="73" y="207"/>
                  <a:pt x="73" y="207"/>
                </a:cubicBezTo>
                <a:cubicBezTo>
                  <a:pt x="74" y="207"/>
                  <a:pt x="74" y="206"/>
                  <a:pt x="74" y="206"/>
                </a:cubicBezTo>
                <a:close/>
                <a:moveTo>
                  <a:pt x="50" y="189"/>
                </a:moveTo>
                <a:cubicBezTo>
                  <a:pt x="51" y="190"/>
                  <a:pt x="52" y="189"/>
                  <a:pt x="51" y="188"/>
                </a:cubicBezTo>
                <a:cubicBezTo>
                  <a:pt x="51" y="189"/>
                  <a:pt x="51" y="189"/>
                  <a:pt x="50" y="189"/>
                </a:cubicBezTo>
                <a:close/>
                <a:moveTo>
                  <a:pt x="53" y="192"/>
                </a:moveTo>
                <a:cubicBezTo>
                  <a:pt x="54" y="193"/>
                  <a:pt x="54" y="192"/>
                  <a:pt x="54" y="192"/>
                </a:cubicBezTo>
                <a:cubicBezTo>
                  <a:pt x="54" y="192"/>
                  <a:pt x="54" y="191"/>
                  <a:pt x="54" y="191"/>
                </a:cubicBezTo>
                <a:lnTo>
                  <a:pt x="53" y="192"/>
                </a:lnTo>
                <a:close/>
                <a:moveTo>
                  <a:pt x="73" y="209"/>
                </a:moveTo>
                <a:cubicBezTo>
                  <a:pt x="73" y="209"/>
                  <a:pt x="73" y="210"/>
                  <a:pt x="73" y="209"/>
                </a:cubicBezTo>
                <a:cubicBezTo>
                  <a:pt x="73" y="209"/>
                  <a:pt x="74" y="210"/>
                  <a:pt x="74" y="209"/>
                </a:cubicBezTo>
                <a:cubicBezTo>
                  <a:pt x="74" y="209"/>
                  <a:pt x="74" y="208"/>
                  <a:pt x="74" y="208"/>
                </a:cubicBezTo>
                <a:cubicBezTo>
                  <a:pt x="73" y="209"/>
                  <a:pt x="73" y="208"/>
                  <a:pt x="73" y="208"/>
                </a:cubicBezTo>
                <a:cubicBezTo>
                  <a:pt x="73" y="208"/>
                  <a:pt x="73" y="209"/>
                  <a:pt x="73" y="209"/>
                </a:cubicBezTo>
                <a:cubicBezTo>
                  <a:pt x="73" y="209"/>
                  <a:pt x="73" y="209"/>
                  <a:pt x="73" y="209"/>
                </a:cubicBezTo>
                <a:close/>
                <a:moveTo>
                  <a:pt x="49" y="190"/>
                </a:moveTo>
                <a:cubicBezTo>
                  <a:pt x="49" y="190"/>
                  <a:pt x="50" y="189"/>
                  <a:pt x="50" y="189"/>
                </a:cubicBezTo>
                <a:cubicBezTo>
                  <a:pt x="50" y="189"/>
                  <a:pt x="49" y="190"/>
                  <a:pt x="49" y="190"/>
                </a:cubicBezTo>
                <a:close/>
                <a:moveTo>
                  <a:pt x="52" y="194"/>
                </a:moveTo>
                <a:cubicBezTo>
                  <a:pt x="53" y="194"/>
                  <a:pt x="54" y="193"/>
                  <a:pt x="53" y="192"/>
                </a:cubicBezTo>
                <a:cubicBezTo>
                  <a:pt x="53" y="193"/>
                  <a:pt x="52" y="193"/>
                  <a:pt x="52" y="194"/>
                </a:cubicBezTo>
                <a:close/>
                <a:moveTo>
                  <a:pt x="66" y="205"/>
                </a:moveTo>
                <a:cubicBezTo>
                  <a:pt x="66" y="205"/>
                  <a:pt x="67" y="204"/>
                  <a:pt x="67" y="204"/>
                </a:cubicBezTo>
                <a:cubicBezTo>
                  <a:pt x="67" y="204"/>
                  <a:pt x="67" y="204"/>
                  <a:pt x="67" y="204"/>
                </a:cubicBezTo>
                <a:cubicBezTo>
                  <a:pt x="67" y="204"/>
                  <a:pt x="66" y="205"/>
                  <a:pt x="66" y="205"/>
                </a:cubicBezTo>
                <a:close/>
                <a:moveTo>
                  <a:pt x="58" y="198"/>
                </a:moveTo>
                <a:cubicBezTo>
                  <a:pt x="57" y="198"/>
                  <a:pt x="57" y="197"/>
                  <a:pt x="57" y="197"/>
                </a:cubicBezTo>
                <a:cubicBezTo>
                  <a:pt x="56" y="197"/>
                  <a:pt x="57" y="198"/>
                  <a:pt x="58" y="198"/>
                </a:cubicBezTo>
                <a:close/>
                <a:moveTo>
                  <a:pt x="50" y="197"/>
                </a:moveTo>
                <a:cubicBezTo>
                  <a:pt x="51" y="196"/>
                  <a:pt x="51" y="195"/>
                  <a:pt x="52" y="195"/>
                </a:cubicBezTo>
                <a:cubicBezTo>
                  <a:pt x="52" y="194"/>
                  <a:pt x="52" y="194"/>
                  <a:pt x="52" y="194"/>
                </a:cubicBezTo>
                <a:cubicBezTo>
                  <a:pt x="51" y="195"/>
                  <a:pt x="50" y="196"/>
                  <a:pt x="50" y="197"/>
                </a:cubicBezTo>
                <a:close/>
                <a:moveTo>
                  <a:pt x="79" y="218"/>
                </a:moveTo>
                <a:cubicBezTo>
                  <a:pt x="80" y="219"/>
                  <a:pt x="80" y="218"/>
                  <a:pt x="80" y="218"/>
                </a:cubicBezTo>
                <a:cubicBezTo>
                  <a:pt x="80" y="218"/>
                  <a:pt x="80" y="218"/>
                  <a:pt x="79" y="218"/>
                </a:cubicBezTo>
                <a:close/>
                <a:moveTo>
                  <a:pt x="45" y="192"/>
                </a:moveTo>
                <a:cubicBezTo>
                  <a:pt x="45" y="192"/>
                  <a:pt x="47" y="192"/>
                  <a:pt x="46" y="191"/>
                </a:cubicBezTo>
                <a:cubicBezTo>
                  <a:pt x="46" y="192"/>
                  <a:pt x="45" y="191"/>
                  <a:pt x="45" y="192"/>
                </a:cubicBezTo>
                <a:close/>
                <a:moveTo>
                  <a:pt x="42" y="196"/>
                </a:moveTo>
                <a:cubicBezTo>
                  <a:pt x="44" y="196"/>
                  <a:pt x="43" y="194"/>
                  <a:pt x="45" y="193"/>
                </a:cubicBezTo>
                <a:cubicBezTo>
                  <a:pt x="44" y="193"/>
                  <a:pt x="44" y="193"/>
                  <a:pt x="44" y="193"/>
                </a:cubicBezTo>
                <a:cubicBezTo>
                  <a:pt x="44" y="194"/>
                  <a:pt x="42" y="194"/>
                  <a:pt x="42" y="196"/>
                </a:cubicBezTo>
                <a:close/>
                <a:moveTo>
                  <a:pt x="49" y="199"/>
                </a:moveTo>
                <a:cubicBezTo>
                  <a:pt x="49" y="198"/>
                  <a:pt x="50" y="198"/>
                  <a:pt x="49" y="197"/>
                </a:cubicBezTo>
                <a:cubicBezTo>
                  <a:pt x="49" y="198"/>
                  <a:pt x="48" y="198"/>
                  <a:pt x="49" y="199"/>
                </a:cubicBezTo>
                <a:close/>
                <a:moveTo>
                  <a:pt x="67" y="214"/>
                </a:moveTo>
                <a:cubicBezTo>
                  <a:pt x="67" y="214"/>
                  <a:pt x="66" y="215"/>
                  <a:pt x="67" y="215"/>
                </a:cubicBezTo>
                <a:cubicBezTo>
                  <a:pt x="66" y="214"/>
                  <a:pt x="68" y="214"/>
                  <a:pt x="68" y="214"/>
                </a:cubicBezTo>
                <a:cubicBezTo>
                  <a:pt x="67" y="214"/>
                  <a:pt x="67" y="214"/>
                  <a:pt x="67" y="214"/>
                </a:cubicBezTo>
                <a:close/>
                <a:moveTo>
                  <a:pt x="72" y="224"/>
                </a:moveTo>
                <a:cubicBezTo>
                  <a:pt x="72" y="224"/>
                  <a:pt x="74" y="222"/>
                  <a:pt x="74" y="221"/>
                </a:cubicBezTo>
                <a:cubicBezTo>
                  <a:pt x="74" y="222"/>
                  <a:pt x="72" y="224"/>
                  <a:pt x="72" y="224"/>
                </a:cubicBezTo>
                <a:close/>
                <a:moveTo>
                  <a:pt x="59" y="212"/>
                </a:moveTo>
                <a:cubicBezTo>
                  <a:pt x="59" y="211"/>
                  <a:pt x="61" y="211"/>
                  <a:pt x="61" y="211"/>
                </a:cubicBezTo>
                <a:cubicBezTo>
                  <a:pt x="60" y="211"/>
                  <a:pt x="59" y="211"/>
                  <a:pt x="59" y="212"/>
                </a:cubicBezTo>
                <a:close/>
                <a:moveTo>
                  <a:pt x="71" y="219"/>
                </a:moveTo>
                <a:cubicBezTo>
                  <a:pt x="71" y="219"/>
                  <a:pt x="70" y="219"/>
                  <a:pt x="70" y="218"/>
                </a:cubicBezTo>
                <a:cubicBezTo>
                  <a:pt x="70" y="219"/>
                  <a:pt x="70" y="219"/>
                  <a:pt x="71" y="219"/>
                </a:cubicBezTo>
                <a:close/>
                <a:moveTo>
                  <a:pt x="41" y="197"/>
                </a:moveTo>
                <a:cubicBezTo>
                  <a:pt x="42" y="198"/>
                  <a:pt x="42" y="197"/>
                  <a:pt x="42" y="196"/>
                </a:cubicBezTo>
                <a:cubicBezTo>
                  <a:pt x="42" y="196"/>
                  <a:pt x="42" y="196"/>
                  <a:pt x="41" y="197"/>
                </a:cubicBezTo>
                <a:close/>
                <a:moveTo>
                  <a:pt x="57" y="214"/>
                </a:moveTo>
                <a:cubicBezTo>
                  <a:pt x="57" y="214"/>
                  <a:pt x="57" y="214"/>
                  <a:pt x="57" y="215"/>
                </a:cubicBezTo>
                <a:cubicBezTo>
                  <a:pt x="58" y="214"/>
                  <a:pt x="58" y="214"/>
                  <a:pt x="58" y="213"/>
                </a:cubicBezTo>
                <a:cubicBezTo>
                  <a:pt x="58" y="214"/>
                  <a:pt x="58" y="214"/>
                  <a:pt x="57" y="214"/>
                </a:cubicBezTo>
                <a:close/>
                <a:moveTo>
                  <a:pt x="62" y="219"/>
                </a:moveTo>
                <a:cubicBezTo>
                  <a:pt x="62" y="218"/>
                  <a:pt x="62" y="218"/>
                  <a:pt x="62" y="218"/>
                </a:cubicBezTo>
                <a:cubicBezTo>
                  <a:pt x="61" y="218"/>
                  <a:pt x="61" y="218"/>
                  <a:pt x="62" y="219"/>
                </a:cubicBezTo>
                <a:close/>
                <a:moveTo>
                  <a:pt x="62" y="219"/>
                </a:moveTo>
                <a:cubicBezTo>
                  <a:pt x="62" y="220"/>
                  <a:pt x="63" y="220"/>
                  <a:pt x="63" y="220"/>
                </a:cubicBezTo>
                <a:cubicBezTo>
                  <a:pt x="63" y="220"/>
                  <a:pt x="62" y="219"/>
                  <a:pt x="62" y="219"/>
                </a:cubicBezTo>
                <a:close/>
                <a:moveTo>
                  <a:pt x="43" y="206"/>
                </a:moveTo>
                <a:cubicBezTo>
                  <a:pt x="43" y="205"/>
                  <a:pt x="44" y="204"/>
                  <a:pt x="43" y="204"/>
                </a:cubicBezTo>
                <a:cubicBezTo>
                  <a:pt x="42" y="205"/>
                  <a:pt x="42" y="205"/>
                  <a:pt x="43" y="206"/>
                </a:cubicBezTo>
                <a:close/>
                <a:moveTo>
                  <a:pt x="59" y="218"/>
                </a:moveTo>
                <a:cubicBezTo>
                  <a:pt x="60" y="219"/>
                  <a:pt x="60" y="218"/>
                  <a:pt x="60" y="217"/>
                </a:cubicBezTo>
                <a:cubicBezTo>
                  <a:pt x="60" y="217"/>
                  <a:pt x="59" y="218"/>
                  <a:pt x="59" y="218"/>
                </a:cubicBezTo>
                <a:close/>
                <a:moveTo>
                  <a:pt x="57" y="218"/>
                </a:moveTo>
                <a:cubicBezTo>
                  <a:pt x="57" y="217"/>
                  <a:pt x="58" y="217"/>
                  <a:pt x="58" y="216"/>
                </a:cubicBezTo>
                <a:cubicBezTo>
                  <a:pt x="58" y="216"/>
                  <a:pt x="57" y="217"/>
                  <a:pt x="57" y="218"/>
                </a:cubicBezTo>
                <a:close/>
                <a:moveTo>
                  <a:pt x="64" y="226"/>
                </a:moveTo>
                <a:cubicBezTo>
                  <a:pt x="65" y="225"/>
                  <a:pt x="66" y="225"/>
                  <a:pt x="66" y="224"/>
                </a:cubicBezTo>
                <a:cubicBezTo>
                  <a:pt x="66" y="224"/>
                  <a:pt x="66" y="224"/>
                  <a:pt x="66" y="223"/>
                </a:cubicBezTo>
                <a:cubicBezTo>
                  <a:pt x="65" y="224"/>
                  <a:pt x="64" y="225"/>
                  <a:pt x="64" y="226"/>
                </a:cubicBezTo>
                <a:close/>
                <a:moveTo>
                  <a:pt x="49" y="214"/>
                </a:moveTo>
                <a:cubicBezTo>
                  <a:pt x="50" y="214"/>
                  <a:pt x="51" y="213"/>
                  <a:pt x="51" y="212"/>
                </a:cubicBezTo>
                <a:cubicBezTo>
                  <a:pt x="50" y="213"/>
                  <a:pt x="49" y="213"/>
                  <a:pt x="49" y="214"/>
                </a:cubicBezTo>
                <a:close/>
                <a:moveTo>
                  <a:pt x="57" y="221"/>
                </a:moveTo>
                <a:cubicBezTo>
                  <a:pt x="58" y="220"/>
                  <a:pt x="59" y="220"/>
                  <a:pt x="59" y="219"/>
                </a:cubicBezTo>
                <a:cubicBezTo>
                  <a:pt x="58" y="219"/>
                  <a:pt x="56" y="220"/>
                  <a:pt x="57" y="221"/>
                </a:cubicBezTo>
                <a:close/>
                <a:moveTo>
                  <a:pt x="41" y="208"/>
                </a:moveTo>
                <a:cubicBezTo>
                  <a:pt x="41" y="208"/>
                  <a:pt x="41" y="207"/>
                  <a:pt x="41" y="207"/>
                </a:cubicBezTo>
                <a:cubicBezTo>
                  <a:pt x="41" y="207"/>
                  <a:pt x="40" y="208"/>
                  <a:pt x="41" y="208"/>
                </a:cubicBezTo>
                <a:close/>
                <a:moveTo>
                  <a:pt x="62" y="226"/>
                </a:moveTo>
                <a:cubicBezTo>
                  <a:pt x="62" y="225"/>
                  <a:pt x="63" y="225"/>
                  <a:pt x="62" y="224"/>
                </a:cubicBezTo>
                <a:cubicBezTo>
                  <a:pt x="62" y="225"/>
                  <a:pt x="61" y="225"/>
                  <a:pt x="62" y="226"/>
                </a:cubicBezTo>
                <a:close/>
                <a:moveTo>
                  <a:pt x="53" y="219"/>
                </a:moveTo>
                <a:cubicBezTo>
                  <a:pt x="54" y="219"/>
                  <a:pt x="54" y="220"/>
                  <a:pt x="55" y="219"/>
                </a:cubicBezTo>
                <a:cubicBezTo>
                  <a:pt x="54" y="219"/>
                  <a:pt x="54" y="218"/>
                  <a:pt x="53" y="219"/>
                </a:cubicBezTo>
                <a:close/>
                <a:moveTo>
                  <a:pt x="68" y="232"/>
                </a:moveTo>
                <a:cubicBezTo>
                  <a:pt x="69" y="233"/>
                  <a:pt x="70" y="231"/>
                  <a:pt x="69" y="231"/>
                </a:cubicBezTo>
                <a:cubicBezTo>
                  <a:pt x="69" y="231"/>
                  <a:pt x="69" y="232"/>
                  <a:pt x="68" y="232"/>
                </a:cubicBezTo>
                <a:close/>
                <a:moveTo>
                  <a:pt x="55" y="224"/>
                </a:moveTo>
                <a:cubicBezTo>
                  <a:pt x="56" y="223"/>
                  <a:pt x="57" y="222"/>
                  <a:pt x="57" y="221"/>
                </a:cubicBezTo>
                <a:cubicBezTo>
                  <a:pt x="56" y="222"/>
                  <a:pt x="56" y="223"/>
                  <a:pt x="55" y="224"/>
                </a:cubicBezTo>
                <a:close/>
                <a:moveTo>
                  <a:pt x="62" y="228"/>
                </a:moveTo>
                <a:cubicBezTo>
                  <a:pt x="63" y="228"/>
                  <a:pt x="63" y="228"/>
                  <a:pt x="64" y="228"/>
                </a:cubicBezTo>
                <a:cubicBezTo>
                  <a:pt x="63" y="227"/>
                  <a:pt x="64" y="227"/>
                  <a:pt x="63" y="226"/>
                </a:cubicBezTo>
                <a:cubicBezTo>
                  <a:pt x="63" y="227"/>
                  <a:pt x="62" y="228"/>
                  <a:pt x="62" y="228"/>
                </a:cubicBezTo>
                <a:close/>
                <a:moveTo>
                  <a:pt x="53" y="220"/>
                </a:moveTo>
                <a:cubicBezTo>
                  <a:pt x="53" y="220"/>
                  <a:pt x="54" y="219"/>
                  <a:pt x="53" y="219"/>
                </a:cubicBezTo>
                <a:cubicBezTo>
                  <a:pt x="52" y="221"/>
                  <a:pt x="51" y="222"/>
                  <a:pt x="53" y="220"/>
                </a:cubicBezTo>
                <a:close/>
                <a:moveTo>
                  <a:pt x="47" y="216"/>
                </a:moveTo>
                <a:cubicBezTo>
                  <a:pt x="47" y="217"/>
                  <a:pt x="46" y="217"/>
                  <a:pt x="47" y="218"/>
                </a:cubicBezTo>
                <a:cubicBezTo>
                  <a:pt x="47" y="217"/>
                  <a:pt x="47" y="217"/>
                  <a:pt x="48" y="217"/>
                </a:cubicBezTo>
                <a:cubicBezTo>
                  <a:pt x="48" y="216"/>
                  <a:pt x="48" y="216"/>
                  <a:pt x="47" y="216"/>
                </a:cubicBezTo>
                <a:close/>
                <a:moveTo>
                  <a:pt x="59" y="227"/>
                </a:moveTo>
                <a:cubicBezTo>
                  <a:pt x="59" y="227"/>
                  <a:pt x="59" y="227"/>
                  <a:pt x="59" y="228"/>
                </a:cubicBezTo>
                <a:cubicBezTo>
                  <a:pt x="59" y="227"/>
                  <a:pt x="60" y="227"/>
                  <a:pt x="60" y="226"/>
                </a:cubicBezTo>
                <a:cubicBezTo>
                  <a:pt x="60" y="227"/>
                  <a:pt x="59" y="226"/>
                  <a:pt x="59" y="227"/>
                </a:cubicBezTo>
                <a:close/>
                <a:moveTo>
                  <a:pt x="57" y="227"/>
                </a:moveTo>
                <a:cubicBezTo>
                  <a:pt x="57" y="227"/>
                  <a:pt x="59" y="226"/>
                  <a:pt x="58" y="226"/>
                </a:cubicBezTo>
                <a:cubicBezTo>
                  <a:pt x="58" y="226"/>
                  <a:pt x="57" y="226"/>
                  <a:pt x="57" y="227"/>
                </a:cubicBezTo>
                <a:close/>
                <a:moveTo>
                  <a:pt x="51" y="223"/>
                </a:moveTo>
                <a:cubicBezTo>
                  <a:pt x="51" y="222"/>
                  <a:pt x="52" y="222"/>
                  <a:pt x="52" y="221"/>
                </a:cubicBezTo>
                <a:cubicBezTo>
                  <a:pt x="51" y="222"/>
                  <a:pt x="51" y="222"/>
                  <a:pt x="51" y="223"/>
                </a:cubicBezTo>
                <a:close/>
                <a:moveTo>
                  <a:pt x="33" y="211"/>
                </a:moveTo>
                <a:cubicBezTo>
                  <a:pt x="34" y="212"/>
                  <a:pt x="35" y="210"/>
                  <a:pt x="35" y="209"/>
                </a:cubicBezTo>
                <a:cubicBezTo>
                  <a:pt x="34" y="210"/>
                  <a:pt x="34" y="211"/>
                  <a:pt x="33" y="211"/>
                </a:cubicBezTo>
                <a:close/>
                <a:moveTo>
                  <a:pt x="40" y="214"/>
                </a:moveTo>
                <a:cubicBezTo>
                  <a:pt x="40" y="214"/>
                  <a:pt x="41" y="214"/>
                  <a:pt x="40" y="213"/>
                </a:cubicBezTo>
                <a:cubicBezTo>
                  <a:pt x="40" y="213"/>
                  <a:pt x="39" y="214"/>
                  <a:pt x="40" y="214"/>
                </a:cubicBezTo>
                <a:close/>
                <a:moveTo>
                  <a:pt x="35" y="215"/>
                </a:moveTo>
                <a:cubicBezTo>
                  <a:pt x="36" y="215"/>
                  <a:pt x="37" y="214"/>
                  <a:pt x="37" y="213"/>
                </a:cubicBezTo>
                <a:cubicBezTo>
                  <a:pt x="36" y="214"/>
                  <a:pt x="35" y="215"/>
                  <a:pt x="35" y="215"/>
                </a:cubicBezTo>
                <a:close/>
                <a:moveTo>
                  <a:pt x="48" y="223"/>
                </a:moveTo>
                <a:cubicBezTo>
                  <a:pt x="49" y="223"/>
                  <a:pt x="49" y="222"/>
                  <a:pt x="48" y="222"/>
                </a:cubicBezTo>
                <a:cubicBezTo>
                  <a:pt x="48" y="222"/>
                  <a:pt x="48" y="223"/>
                  <a:pt x="48" y="223"/>
                </a:cubicBezTo>
                <a:close/>
                <a:moveTo>
                  <a:pt x="38" y="217"/>
                </a:moveTo>
                <a:cubicBezTo>
                  <a:pt x="38" y="217"/>
                  <a:pt x="39" y="216"/>
                  <a:pt x="39" y="215"/>
                </a:cubicBezTo>
                <a:lnTo>
                  <a:pt x="38" y="217"/>
                </a:lnTo>
                <a:close/>
                <a:moveTo>
                  <a:pt x="43" y="223"/>
                </a:moveTo>
                <a:cubicBezTo>
                  <a:pt x="43" y="223"/>
                  <a:pt x="45" y="222"/>
                  <a:pt x="44" y="221"/>
                </a:cubicBezTo>
                <a:cubicBezTo>
                  <a:pt x="44" y="222"/>
                  <a:pt x="42" y="223"/>
                  <a:pt x="43" y="223"/>
                </a:cubicBezTo>
                <a:close/>
                <a:moveTo>
                  <a:pt x="62" y="237"/>
                </a:moveTo>
                <a:cubicBezTo>
                  <a:pt x="62" y="237"/>
                  <a:pt x="63" y="236"/>
                  <a:pt x="62" y="235"/>
                </a:cubicBezTo>
                <a:cubicBezTo>
                  <a:pt x="62" y="236"/>
                  <a:pt x="61" y="237"/>
                  <a:pt x="62" y="237"/>
                </a:cubicBezTo>
                <a:close/>
                <a:moveTo>
                  <a:pt x="30" y="213"/>
                </a:moveTo>
                <a:cubicBezTo>
                  <a:pt x="30" y="212"/>
                  <a:pt x="31" y="212"/>
                  <a:pt x="30" y="211"/>
                </a:cubicBezTo>
                <a:cubicBezTo>
                  <a:pt x="30" y="212"/>
                  <a:pt x="29" y="212"/>
                  <a:pt x="30" y="213"/>
                </a:cubicBezTo>
                <a:close/>
                <a:moveTo>
                  <a:pt x="49" y="228"/>
                </a:moveTo>
                <a:cubicBezTo>
                  <a:pt x="50" y="229"/>
                  <a:pt x="50" y="227"/>
                  <a:pt x="50" y="228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1" y="227"/>
                  <a:pt x="51" y="227"/>
                  <a:pt x="51" y="227"/>
                </a:cubicBezTo>
                <a:cubicBezTo>
                  <a:pt x="50" y="228"/>
                  <a:pt x="49" y="227"/>
                  <a:pt x="49" y="228"/>
                </a:cubicBezTo>
                <a:close/>
                <a:moveTo>
                  <a:pt x="44" y="225"/>
                </a:moveTo>
                <a:cubicBezTo>
                  <a:pt x="44" y="224"/>
                  <a:pt x="45" y="224"/>
                  <a:pt x="44" y="223"/>
                </a:cubicBezTo>
                <a:cubicBezTo>
                  <a:pt x="44" y="224"/>
                  <a:pt x="44" y="224"/>
                  <a:pt x="44" y="225"/>
                </a:cubicBezTo>
                <a:close/>
                <a:moveTo>
                  <a:pt x="64" y="238"/>
                </a:moveTo>
                <a:cubicBezTo>
                  <a:pt x="63" y="238"/>
                  <a:pt x="63" y="239"/>
                  <a:pt x="63" y="239"/>
                </a:cubicBezTo>
                <a:cubicBezTo>
                  <a:pt x="64" y="239"/>
                  <a:pt x="64" y="239"/>
                  <a:pt x="64" y="238"/>
                </a:cubicBezTo>
                <a:close/>
                <a:moveTo>
                  <a:pt x="29" y="217"/>
                </a:moveTo>
                <a:cubicBezTo>
                  <a:pt x="30" y="217"/>
                  <a:pt x="30" y="216"/>
                  <a:pt x="30" y="215"/>
                </a:cubicBezTo>
                <a:cubicBezTo>
                  <a:pt x="30" y="216"/>
                  <a:pt x="29" y="216"/>
                  <a:pt x="29" y="217"/>
                </a:cubicBezTo>
                <a:close/>
                <a:moveTo>
                  <a:pt x="55" y="237"/>
                </a:moveTo>
                <a:cubicBezTo>
                  <a:pt x="55" y="236"/>
                  <a:pt x="56" y="236"/>
                  <a:pt x="56" y="235"/>
                </a:cubicBezTo>
                <a:cubicBezTo>
                  <a:pt x="55" y="235"/>
                  <a:pt x="55" y="236"/>
                  <a:pt x="55" y="237"/>
                </a:cubicBezTo>
                <a:close/>
                <a:moveTo>
                  <a:pt x="47" y="231"/>
                </a:moveTo>
                <a:cubicBezTo>
                  <a:pt x="47" y="232"/>
                  <a:pt x="48" y="230"/>
                  <a:pt x="48" y="230"/>
                </a:cubicBezTo>
                <a:cubicBezTo>
                  <a:pt x="47" y="230"/>
                  <a:pt x="47" y="230"/>
                  <a:pt x="47" y="231"/>
                </a:cubicBezTo>
                <a:close/>
                <a:moveTo>
                  <a:pt x="61" y="240"/>
                </a:moveTo>
                <a:cubicBezTo>
                  <a:pt x="62" y="240"/>
                  <a:pt x="61" y="240"/>
                  <a:pt x="61" y="239"/>
                </a:cubicBezTo>
                <a:cubicBezTo>
                  <a:pt x="61" y="240"/>
                  <a:pt x="61" y="240"/>
                  <a:pt x="61" y="240"/>
                </a:cubicBezTo>
                <a:close/>
                <a:moveTo>
                  <a:pt x="34" y="223"/>
                </a:moveTo>
                <a:cubicBezTo>
                  <a:pt x="34" y="222"/>
                  <a:pt x="35" y="222"/>
                  <a:pt x="35" y="221"/>
                </a:cubicBezTo>
                <a:cubicBezTo>
                  <a:pt x="34" y="221"/>
                  <a:pt x="33" y="222"/>
                  <a:pt x="34" y="223"/>
                </a:cubicBezTo>
                <a:close/>
                <a:moveTo>
                  <a:pt x="26" y="217"/>
                </a:moveTo>
                <a:cubicBezTo>
                  <a:pt x="26" y="217"/>
                  <a:pt x="27" y="217"/>
                  <a:pt x="26" y="216"/>
                </a:cubicBezTo>
                <a:cubicBezTo>
                  <a:pt x="26" y="217"/>
                  <a:pt x="26" y="217"/>
                  <a:pt x="26" y="217"/>
                </a:cubicBezTo>
                <a:close/>
                <a:moveTo>
                  <a:pt x="32" y="222"/>
                </a:moveTo>
                <a:cubicBezTo>
                  <a:pt x="33" y="222"/>
                  <a:pt x="33" y="222"/>
                  <a:pt x="33" y="221"/>
                </a:cubicBezTo>
                <a:cubicBezTo>
                  <a:pt x="32" y="221"/>
                  <a:pt x="32" y="222"/>
                  <a:pt x="32" y="222"/>
                </a:cubicBezTo>
                <a:close/>
                <a:moveTo>
                  <a:pt x="27" y="218"/>
                </a:moveTo>
                <a:cubicBezTo>
                  <a:pt x="27" y="219"/>
                  <a:pt x="26" y="220"/>
                  <a:pt x="27" y="221"/>
                </a:cubicBezTo>
                <a:cubicBezTo>
                  <a:pt x="27" y="220"/>
                  <a:pt x="27" y="220"/>
                  <a:pt x="28" y="219"/>
                </a:cubicBezTo>
                <a:cubicBezTo>
                  <a:pt x="28" y="219"/>
                  <a:pt x="28" y="218"/>
                  <a:pt x="27" y="218"/>
                </a:cubicBezTo>
                <a:close/>
                <a:moveTo>
                  <a:pt x="32" y="225"/>
                </a:moveTo>
                <a:cubicBezTo>
                  <a:pt x="33" y="224"/>
                  <a:pt x="33" y="224"/>
                  <a:pt x="34" y="223"/>
                </a:cubicBezTo>
                <a:cubicBezTo>
                  <a:pt x="33" y="223"/>
                  <a:pt x="33" y="223"/>
                  <a:pt x="33" y="223"/>
                </a:cubicBezTo>
                <a:cubicBezTo>
                  <a:pt x="32" y="223"/>
                  <a:pt x="32" y="224"/>
                  <a:pt x="32" y="225"/>
                </a:cubicBezTo>
                <a:close/>
                <a:moveTo>
                  <a:pt x="23" y="221"/>
                </a:moveTo>
                <a:cubicBezTo>
                  <a:pt x="24" y="220"/>
                  <a:pt x="25" y="219"/>
                  <a:pt x="26" y="217"/>
                </a:cubicBezTo>
                <a:cubicBezTo>
                  <a:pt x="25" y="219"/>
                  <a:pt x="24" y="220"/>
                  <a:pt x="23" y="221"/>
                </a:cubicBezTo>
                <a:close/>
                <a:moveTo>
                  <a:pt x="57" y="242"/>
                </a:moveTo>
                <a:cubicBezTo>
                  <a:pt x="58" y="243"/>
                  <a:pt x="58" y="243"/>
                  <a:pt x="58" y="243"/>
                </a:cubicBezTo>
                <a:cubicBezTo>
                  <a:pt x="59" y="243"/>
                  <a:pt x="58" y="242"/>
                  <a:pt x="58" y="241"/>
                </a:cubicBezTo>
                <a:lnTo>
                  <a:pt x="57" y="242"/>
                </a:lnTo>
                <a:close/>
                <a:moveTo>
                  <a:pt x="25" y="220"/>
                </a:moveTo>
                <a:cubicBezTo>
                  <a:pt x="26" y="220"/>
                  <a:pt x="26" y="219"/>
                  <a:pt x="26" y="218"/>
                </a:cubicBezTo>
                <a:cubicBezTo>
                  <a:pt x="26" y="218"/>
                  <a:pt x="25" y="219"/>
                  <a:pt x="25" y="220"/>
                </a:cubicBezTo>
                <a:close/>
                <a:moveTo>
                  <a:pt x="44" y="234"/>
                </a:moveTo>
                <a:cubicBezTo>
                  <a:pt x="44" y="234"/>
                  <a:pt x="45" y="233"/>
                  <a:pt x="45" y="233"/>
                </a:cubicBezTo>
                <a:cubicBezTo>
                  <a:pt x="44" y="233"/>
                  <a:pt x="43" y="233"/>
                  <a:pt x="44" y="234"/>
                </a:cubicBezTo>
                <a:close/>
                <a:moveTo>
                  <a:pt x="49" y="243"/>
                </a:moveTo>
                <a:cubicBezTo>
                  <a:pt x="50" y="242"/>
                  <a:pt x="52" y="240"/>
                  <a:pt x="52" y="239"/>
                </a:cubicBezTo>
                <a:cubicBezTo>
                  <a:pt x="51" y="241"/>
                  <a:pt x="49" y="241"/>
                  <a:pt x="49" y="243"/>
                </a:cubicBezTo>
                <a:close/>
                <a:moveTo>
                  <a:pt x="31" y="225"/>
                </a:moveTo>
                <a:cubicBezTo>
                  <a:pt x="32" y="225"/>
                  <a:pt x="31" y="226"/>
                  <a:pt x="31" y="226"/>
                </a:cubicBezTo>
                <a:cubicBezTo>
                  <a:pt x="32" y="226"/>
                  <a:pt x="32" y="226"/>
                  <a:pt x="32" y="225"/>
                </a:cubicBezTo>
                <a:cubicBezTo>
                  <a:pt x="32" y="225"/>
                  <a:pt x="32" y="225"/>
                  <a:pt x="31" y="225"/>
                </a:cubicBezTo>
                <a:close/>
                <a:moveTo>
                  <a:pt x="42" y="242"/>
                </a:moveTo>
                <a:cubicBezTo>
                  <a:pt x="43" y="241"/>
                  <a:pt x="45" y="239"/>
                  <a:pt x="46" y="236"/>
                </a:cubicBezTo>
                <a:cubicBezTo>
                  <a:pt x="46" y="237"/>
                  <a:pt x="46" y="238"/>
                  <a:pt x="47" y="237"/>
                </a:cubicBezTo>
                <a:cubicBezTo>
                  <a:pt x="47" y="236"/>
                  <a:pt x="46" y="236"/>
                  <a:pt x="46" y="235"/>
                </a:cubicBezTo>
                <a:cubicBezTo>
                  <a:pt x="45" y="238"/>
                  <a:pt x="42" y="240"/>
                  <a:pt x="42" y="242"/>
                </a:cubicBezTo>
                <a:close/>
                <a:moveTo>
                  <a:pt x="23" y="220"/>
                </a:moveTo>
                <a:cubicBezTo>
                  <a:pt x="23" y="220"/>
                  <a:pt x="22" y="220"/>
                  <a:pt x="23" y="219"/>
                </a:cubicBezTo>
                <a:cubicBezTo>
                  <a:pt x="22" y="219"/>
                  <a:pt x="22" y="219"/>
                  <a:pt x="22" y="219"/>
                </a:cubicBezTo>
                <a:cubicBezTo>
                  <a:pt x="22" y="219"/>
                  <a:pt x="22" y="221"/>
                  <a:pt x="23" y="220"/>
                </a:cubicBezTo>
                <a:close/>
                <a:moveTo>
                  <a:pt x="30" y="227"/>
                </a:moveTo>
                <a:cubicBezTo>
                  <a:pt x="30" y="227"/>
                  <a:pt x="30" y="227"/>
                  <a:pt x="31" y="228"/>
                </a:cubicBezTo>
                <a:cubicBezTo>
                  <a:pt x="31" y="227"/>
                  <a:pt x="31" y="227"/>
                  <a:pt x="31" y="227"/>
                </a:cubicBezTo>
                <a:cubicBezTo>
                  <a:pt x="31" y="226"/>
                  <a:pt x="32" y="227"/>
                  <a:pt x="31" y="226"/>
                </a:cubicBezTo>
                <a:cubicBezTo>
                  <a:pt x="31" y="226"/>
                  <a:pt x="31" y="226"/>
                  <a:pt x="30" y="227"/>
                </a:cubicBezTo>
                <a:close/>
                <a:moveTo>
                  <a:pt x="31" y="230"/>
                </a:moveTo>
                <a:cubicBezTo>
                  <a:pt x="32" y="229"/>
                  <a:pt x="33" y="228"/>
                  <a:pt x="33" y="228"/>
                </a:cubicBezTo>
                <a:cubicBezTo>
                  <a:pt x="32" y="228"/>
                  <a:pt x="31" y="229"/>
                  <a:pt x="31" y="230"/>
                </a:cubicBezTo>
                <a:close/>
                <a:moveTo>
                  <a:pt x="57" y="246"/>
                </a:moveTo>
                <a:cubicBezTo>
                  <a:pt x="57" y="246"/>
                  <a:pt x="57" y="246"/>
                  <a:pt x="58" y="246"/>
                </a:cubicBezTo>
                <a:cubicBezTo>
                  <a:pt x="57" y="246"/>
                  <a:pt x="57" y="246"/>
                  <a:pt x="57" y="246"/>
                </a:cubicBezTo>
                <a:close/>
                <a:moveTo>
                  <a:pt x="21" y="224"/>
                </a:moveTo>
                <a:cubicBezTo>
                  <a:pt x="22" y="224"/>
                  <a:pt x="22" y="223"/>
                  <a:pt x="22" y="223"/>
                </a:cubicBezTo>
                <a:cubicBezTo>
                  <a:pt x="22" y="223"/>
                  <a:pt x="21" y="224"/>
                  <a:pt x="21" y="224"/>
                </a:cubicBezTo>
                <a:close/>
                <a:moveTo>
                  <a:pt x="52" y="249"/>
                </a:moveTo>
                <a:cubicBezTo>
                  <a:pt x="52" y="249"/>
                  <a:pt x="52" y="249"/>
                  <a:pt x="51" y="249"/>
                </a:cubicBezTo>
                <a:cubicBezTo>
                  <a:pt x="52" y="250"/>
                  <a:pt x="52" y="249"/>
                  <a:pt x="52" y="250"/>
                </a:cubicBezTo>
                <a:cubicBezTo>
                  <a:pt x="53" y="248"/>
                  <a:pt x="53" y="248"/>
                  <a:pt x="54" y="247"/>
                </a:cubicBezTo>
                <a:cubicBezTo>
                  <a:pt x="53" y="247"/>
                  <a:pt x="52" y="248"/>
                  <a:pt x="52" y="249"/>
                </a:cubicBezTo>
                <a:close/>
                <a:moveTo>
                  <a:pt x="29" y="230"/>
                </a:moveTo>
                <a:cubicBezTo>
                  <a:pt x="29" y="230"/>
                  <a:pt x="29" y="230"/>
                  <a:pt x="29" y="230"/>
                </a:cubicBezTo>
                <a:cubicBezTo>
                  <a:pt x="29" y="229"/>
                  <a:pt x="28" y="230"/>
                  <a:pt x="29" y="230"/>
                </a:cubicBezTo>
                <a:close/>
                <a:moveTo>
                  <a:pt x="54" y="249"/>
                </a:moveTo>
                <a:cubicBezTo>
                  <a:pt x="55" y="250"/>
                  <a:pt x="54" y="251"/>
                  <a:pt x="55" y="250"/>
                </a:cubicBezTo>
                <a:cubicBezTo>
                  <a:pt x="56" y="251"/>
                  <a:pt x="55" y="250"/>
                  <a:pt x="55" y="251"/>
                </a:cubicBezTo>
                <a:cubicBezTo>
                  <a:pt x="56" y="251"/>
                  <a:pt x="56" y="250"/>
                  <a:pt x="56" y="250"/>
                </a:cubicBezTo>
                <a:cubicBezTo>
                  <a:pt x="55" y="249"/>
                  <a:pt x="55" y="249"/>
                  <a:pt x="54" y="249"/>
                </a:cubicBezTo>
                <a:close/>
                <a:moveTo>
                  <a:pt x="47" y="245"/>
                </a:moveTo>
                <a:cubicBezTo>
                  <a:pt x="47" y="246"/>
                  <a:pt x="46" y="246"/>
                  <a:pt x="47" y="246"/>
                </a:cubicBezTo>
                <a:cubicBezTo>
                  <a:pt x="48" y="245"/>
                  <a:pt x="48" y="245"/>
                  <a:pt x="48" y="245"/>
                </a:cubicBezTo>
                <a:cubicBezTo>
                  <a:pt x="48" y="245"/>
                  <a:pt x="47" y="245"/>
                  <a:pt x="47" y="245"/>
                </a:cubicBezTo>
                <a:close/>
                <a:moveTo>
                  <a:pt x="28" y="231"/>
                </a:moveTo>
                <a:cubicBezTo>
                  <a:pt x="28" y="232"/>
                  <a:pt x="27" y="232"/>
                  <a:pt x="27" y="233"/>
                </a:cubicBezTo>
                <a:cubicBezTo>
                  <a:pt x="28" y="232"/>
                  <a:pt x="28" y="231"/>
                  <a:pt x="28" y="231"/>
                </a:cubicBezTo>
                <a:cubicBezTo>
                  <a:pt x="28" y="231"/>
                  <a:pt x="28" y="230"/>
                  <a:pt x="28" y="231"/>
                </a:cubicBezTo>
                <a:close/>
                <a:moveTo>
                  <a:pt x="28" y="235"/>
                </a:moveTo>
                <a:cubicBezTo>
                  <a:pt x="29" y="234"/>
                  <a:pt x="30" y="233"/>
                  <a:pt x="29" y="232"/>
                </a:cubicBezTo>
                <a:cubicBezTo>
                  <a:pt x="29" y="233"/>
                  <a:pt x="29" y="234"/>
                  <a:pt x="28" y="235"/>
                </a:cubicBezTo>
                <a:close/>
                <a:moveTo>
                  <a:pt x="48" y="247"/>
                </a:moveTo>
                <a:cubicBezTo>
                  <a:pt x="48" y="248"/>
                  <a:pt x="49" y="248"/>
                  <a:pt x="49" y="248"/>
                </a:cubicBezTo>
                <a:cubicBezTo>
                  <a:pt x="49" y="248"/>
                  <a:pt x="49" y="248"/>
                  <a:pt x="49" y="248"/>
                </a:cubicBezTo>
                <a:cubicBezTo>
                  <a:pt x="49" y="248"/>
                  <a:pt x="49" y="247"/>
                  <a:pt x="48" y="247"/>
                </a:cubicBezTo>
                <a:close/>
                <a:moveTo>
                  <a:pt x="17" y="226"/>
                </a:moveTo>
                <a:cubicBezTo>
                  <a:pt x="17" y="226"/>
                  <a:pt x="17" y="227"/>
                  <a:pt x="17" y="227"/>
                </a:cubicBezTo>
                <a:cubicBezTo>
                  <a:pt x="17" y="226"/>
                  <a:pt x="18" y="227"/>
                  <a:pt x="18" y="227"/>
                </a:cubicBezTo>
                <a:cubicBezTo>
                  <a:pt x="18" y="226"/>
                  <a:pt x="17" y="226"/>
                  <a:pt x="17" y="225"/>
                </a:cubicBezTo>
                <a:lnTo>
                  <a:pt x="17" y="226"/>
                </a:lnTo>
                <a:close/>
                <a:moveTo>
                  <a:pt x="41" y="244"/>
                </a:moveTo>
                <a:cubicBezTo>
                  <a:pt x="41" y="244"/>
                  <a:pt x="42" y="243"/>
                  <a:pt x="41" y="243"/>
                </a:cubicBezTo>
                <a:cubicBezTo>
                  <a:pt x="40" y="245"/>
                  <a:pt x="39" y="245"/>
                  <a:pt x="41" y="244"/>
                </a:cubicBezTo>
                <a:close/>
                <a:moveTo>
                  <a:pt x="50" y="252"/>
                </a:moveTo>
                <a:cubicBezTo>
                  <a:pt x="50" y="251"/>
                  <a:pt x="51" y="252"/>
                  <a:pt x="51" y="252"/>
                </a:cubicBezTo>
                <a:cubicBezTo>
                  <a:pt x="50" y="252"/>
                  <a:pt x="51" y="251"/>
                  <a:pt x="51" y="250"/>
                </a:cubicBezTo>
                <a:cubicBezTo>
                  <a:pt x="51" y="252"/>
                  <a:pt x="49" y="251"/>
                  <a:pt x="50" y="252"/>
                </a:cubicBezTo>
                <a:close/>
                <a:moveTo>
                  <a:pt x="42" y="245"/>
                </a:moveTo>
                <a:cubicBezTo>
                  <a:pt x="42" y="246"/>
                  <a:pt x="42" y="246"/>
                  <a:pt x="43" y="246"/>
                </a:cubicBezTo>
                <a:cubicBezTo>
                  <a:pt x="43" y="245"/>
                  <a:pt x="42" y="245"/>
                  <a:pt x="42" y="245"/>
                </a:cubicBezTo>
                <a:close/>
                <a:moveTo>
                  <a:pt x="53" y="255"/>
                </a:moveTo>
                <a:cubicBezTo>
                  <a:pt x="53" y="254"/>
                  <a:pt x="54" y="254"/>
                  <a:pt x="53" y="253"/>
                </a:cubicBezTo>
                <a:cubicBezTo>
                  <a:pt x="53" y="254"/>
                  <a:pt x="52" y="254"/>
                  <a:pt x="53" y="255"/>
                </a:cubicBezTo>
                <a:close/>
                <a:moveTo>
                  <a:pt x="40" y="247"/>
                </a:moveTo>
                <a:cubicBezTo>
                  <a:pt x="41" y="247"/>
                  <a:pt x="42" y="246"/>
                  <a:pt x="41" y="246"/>
                </a:cubicBezTo>
                <a:lnTo>
                  <a:pt x="40" y="247"/>
                </a:lnTo>
                <a:close/>
                <a:moveTo>
                  <a:pt x="43" y="248"/>
                </a:moveTo>
                <a:cubicBezTo>
                  <a:pt x="44" y="249"/>
                  <a:pt x="44" y="249"/>
                  <a:pt x="44" y="249"/>
                </a:cubicBezTo>
                <a:cubicBezTo>
                  <a:pt x="44" y="248"/>
                  <a:pt x="43" y="248"/>
                  <a:pt x="43" y="248"/>
                </a:cubicBezTo>
                <a:close/>
                <a:moveTo>
                  <a:pt x="15" y="234"/>
                </a:moveTo>
                <a:cubicBezTo>
                  <a:pt x="15" y="233"/>
                  <a:pt x="15" y="233"/>
                  <a:pt x="15" y="232"/>
                </a:cubicBezTo>
                <a:cubicBezTo>
                  <a:pt x="15" y="233"/>
                  <a:pt x="15" y="233"/>
                  <a:pt x="15" y="233"/>
                </a:cubicBezTo>
                <a:cubicBezTo>
                  <a:pt x="16" y="234"/>
                  <a:pt x="16" y="234"/>
                  <a:pt x="16" y="234"/>
                </a:cubicBezTo>
                <a:cubicBezTo>
                  <a:pt x="17" y="232"/>
                  <a:pt x="17" y="233"/>
                  <a:pt x="18" y="231"/>
                </a:cubicBezTo>
                <a:cubicBezTo>
                  <a:pt x="18" y="231"/>
                  <a:pt x="17" y="231"/>
                  <a:pt x="17" y="230"/>
                </a:cubicBezTo>
                <a:cubicBezTo>
                  <a:pt x="17" y="230"/>
                  <a:pt x="17" y="231"/>
                  <a:pt x="17" y="230"/>
                </a:cubicBezTo>
                <a:cubicBezTo>
                  <a:pt x="17" y="232"/>
                  <a:pt x="16" y="232"/>
                  <a:pt x="15" y="234"/>
                </a:cubicBezTo>
                <a:close/>
                <a:moveTo>
                  <a:pt x="51" y="255"/>
                </a:moveTo>
                <a:cubicBezTo>
                  <a:pt x="51" y="256"/>
                  <a:pt x="50" y="257"/>
                  <a:pt x="51" y="257"/>
                </a:cubicBezTo>
                <a:cubicBezTo>
                  <a:pt x="51" y="256"/>
                  <a:pt x="52" y="256"/>
                  <a:pt x="52" y="255"/>
                </a:cubicBezTo>
                <a:cubicBezTo>
                  <a:pt x="51" y="255"/>
                  <a:pt x="51" y="255"/>
                  <a:pt x="51" y="255"/>
                </a:cubicBezTo>
                <a:close/>
                <a:moveTo>
                  <a:pt x="20" y="235"/>
                </a:moveTo>
                <a:cubicBezTo>
                  <a:pt x="19" y="235"/>
                  <a:pt x="19" y="236"/>
                  <a:pt x="19" y="236"/>
                </a:cubicBezTo>
                <a:cubicBezTo>
                  <a:pt x="20" y="236"/>
                  <a:pt x="20" y="236"/>
                  <a:pt x="20" y="236"/>
                </a:cubicBezTo>
                <a:cubicBezTo>
                  <a:pt x="20" y="236"/>
                  <a:pt x="21" y="235"/>
                  <a:pt x="21" y="235"/>
                </a:cubicBezTo>
                <a:cubicBezTo>
                  <a:pt x="20" y="235"/>
                  <a:pt x="20" y="236"/>
                  <a:pt x="20" y="235"/>
                </a:cubicBezTo>
                <a:close/>
                <a:moveTo>
                  <a:pt x="21" y="238"/>
                </a:moveTo>
                <a:cubicBezTo>
                  <a:pt x="21" y="237"/>
                  <a:pt x="22" y="237"/>
                  <a:pt x="22" y="236"/>
                </a:cubicBezTo>
                <a:cubicBezTo>
                  <a:pt x="21" y="236"/>
                  <a:pt x="21" y="237"/>
                  <a:pt x="21" y="238"/>
                </a:cubicBezTo>
                <a:close/>
                <a:moveTo>
                  <a:pt x="17" y="236"/>
                </a:moveTo>
                <a:cubicBezTo>
                  <a:pt x="18" y="236"/>
                  <a:pt x="18" y="235"/>
                  <a:pt x="18" y="235"/>
                </a:cubicBezTo>
                <a:cubicBezTo>
                  <a:pt x="18" y="235"/>
                  <a:pt x="17" y="236"/>
                  <a:pt x="17" y="236"/>
                </a:cubicBezTo>
                <a:close/>
                <a:moveTo>
                  <a:pt x="23" y="243"/>
                </a:moveTo>
                <a:cubicBezTo>
                  <a:pt x="24" y="243"/>
                  <a:pt x="25" y="241"/>
                  <a:pt x="26" y="240"/>
                </a:cubicBezTo>
                <a:cubicBezTo>
                  <a:pt x="25" y="240"/>
                  <a:pt x="25" y="240"/>
                  <a:pt x="25" y="240"/>
                </a:cubicBezTo>
                <a:cubicBezTo>
                  <a:pt x="24" y="241"/>
                  <a:pt x="24" y="242"/>
                  <a:pt x="23" y="243"/>
                </a:cubicBezTo>
                <a:close/>
                <a:moveTo>
                  <a:pt x="17" y="238"/>
                </a:moveTo>
                <a:cubicBezTo>
                  <a:pt x="17" y="237"/>
                  <a:pt x="18" y="237"/>
                  <a:pt x="18" y="236"/>
                </a:cubicBezTo>
                <a:cubicBezTo>
                  <a:pt x="17" y="236"/>
                  <a:pt x="16" y="237"/>
                  <a:pt x="17" y="238"/>
                </a:cubicBezTo>
                <a:close/>
                <a:moveTo>
                  <a:pt x="35" y="251"/>
                </a:moveTo>
                <a:cubicBezTo>
                  <a:pt x="35" y="252"/>
                  <a:pt x="36" y="250"/>
                  <a:pt x="36" y="250"/>
                </a:cubicBezTo>
                <a:lnTo>
                  <a:pt x="35" y="251"/>
                </a:lnTo>
                <a:close/>
                <a:moveTo>
                  <a:pt x="38" y="255"/>
                </a:moveTo>
                <a:cubicBezTo>
                  <a:pt x="39" y="254"/>
                  <a:pt x="39" y="254"/>
                  <a:pt x="39" y="254"/>
                </a:cubicBezTo>
                <a:cubicBezTo>
                  <a:pt x="39" y="254"/>
                  <a:pt x="38" y="254"/>
                  <a:pt x="38" y="255"/>
                </a:cubicBezTo>
                <a:close/>
                <a:moveTo>
                  <a:pt x="12" y="236"/>
                </a:moveTo>
                <a:cubicBezTo>
                  <a:pt x="12" y="236"/>
                  <a:pt x="12" y="237"/>
                  <a:pt x="12" y="237"/>
                </a:cubicBezTo>
                <a:cubicBezTo>
                  <a:pt x="13" y="236"/>
                  <a:pt x="13" y="236"/>
                  <a:pt x="13" y="236"/>
                </a:cubicBezTo>
                <a:cubicBezTo>
                  <a:pt x="13" y="236"/>
                  <a:pt x="12" y="236"/>
                  <a:pt x="12" y="236"/>
                </a:cubicBezTo>
                <a:close/>
                <a:moveTo>
                  <a:pt x="38" y="253"/>
                </a:moveTo>
                <a:cubicBezTo>
                  <a:pt x="36" y="252"/>
                  <a:pt x="36" y="252"/>
                  <a:pt x="36" y="252"/>
                </a:cubicBezTo>
                <a:cubicBezTo>
                  <a:pt x="36" y="253"/>
                  <a:pt x="37" y="254"/>
                  <a:pt x="38" y="253"/>
                </a:cubicBezTo>
                <a:close/>
                <a:moveTo>
                  <a:pt x="12" y="239"/>
                </a:moveTo>
                <a:cubicBezTo>
                  <a:pt x="13" y="238"/>
                  <a:pt x="13" y="238"/>
                  <a:pt x="13" y="238"/>
                </a:cubicBezTo>
                <a:cubicBezTo>
                  <a:pt x="13" y="238"/>
                  <a:pt x="13" y="239"/>
                  <a:pt x="13" y="238"/>
                </a:cubicBezTo>
                <a:cubicBezTo>
                  <a:pt x="12" y="238"/>
                  <a:pt x="14" y="237"/>
                  <a:pt x="13" y="237"/>
                </a:cubicBezTo>
                <a:cubicBezTo>
                  <a:pt x="12" y="237"/>
                  <a:pt x="12" y="238"/>
                  <a:pt x="12" y="239"/>
                </a:cubicBezTo>
                <a:close/>
                <a:moveTo>
                  <a:pt x="35" y="256"/>
                </a:moveTo>
                <a:cubicBezTo>
                  <a:pt x="35" y="256"/>
                  <a:pt x="36" y="257"/>
                  <a:pt x="36" y="257"/>
                </a:cubicBezTo>
                <a:cubicBezTo>
                  <a:pt x="36" y="256"/>
                  <a:pt x="35" y="256"/>
                  <a:pt x="35" y="256"/>
                </a:cubicBezTo>
                <a:close/>
                <a:moveTo>
                  <a:pt x="27" y="255"/>
                </a:moveTo>
                <a:cubicBezTo>
                  <a:pt x="27" y="255"/>
                  <a:pt x="28" y="254"/>
                  <a:pt x="28" y="254"/>
                </a:cubicBezTo>
                <a:cubicBezTo>
                  <a:pt x="27" y="254"/>
                  <a:pt x="27" y="254"/>
                  <a:pt x="27" y="255"/>
                </a:cubicBezTo>
                <a:close/>
                <a:moveTo>
                  <a:pt x="8" y="244"/>
                </a:moveTo>
                <a:cubicBezTo>
                  <a:pt x="7" y="244"/>
                  <a:pt x="7" y="244"/>
                  <a:pt x="7" y="244"/>
                </a:cubicBezTo>
                <a:cubicBezTo>
                  <a:pt x="8" y="245"/>
                  <a:pt x="8" y="243"/>
                  <a:pt x="7" y="243"/>
                </a:cubicBezTo>
                <a:cubicBezTo>
                  <a:pt x="7" y="243"/>
                  <a:pt x="7" y="243"/>
                  <a:pt x="8" y="244"/>
                </a:cubicBezTo>
                <a:close/>
                <a:moveTo>
                  <a:pt x="6" y="247"/>
                </a:moveTo>
                <a:cubicBezTo>
                  <a:pt x="7" y="248"/>
                  <a:pt x="9" y="244"/>
                  <a:pt x="8" y="244"/>
                </a:cubicBezTo>
                <a:cubicBezTo>
                  <a:pt x="7" y="245"/>
                  <a:pt x="7" y="246"/>
                  <a:pt x="6" y="247"/>
                </a:cubicBezTo>
                <a:close/>
                <a:moveTo>
                  <a:pt x="11" y="248"/>
                </a:moveTo>
                <a:cubicBezTo>
                  <a:pt x="12" y="248"/>
                  <a:pt x="12" y="247"/>
                  <a:pt x="11" y="247"/>
                </a:cubicBezTo>
                <a:cubicBezTo>
                  <a:pt x="11" y="247"/>
                  <a:pt x="11" y="248"/>
                  <a:pt x="11" y="248"/>
                </a:cubicBezTo>
                <a:close/>
                <a:moveTo>
                  <a:pt x="32" y="264"/>
                </a:moveTo>
                <a:cubicBezTo>
                  <a:pt x="33" y="264"/>
                  <a:pt x="33" y="264"/>
                  <a:pt x="33" y="263"/>
                </a:cubicBezTo>
                <a:cubicBezTo>
                  <a:pt x="32" y="263"/>
                  <a:pt x="32" y="263"/>
                  <a:pt x="32" y="264"/>
                </a:cubicBezTo>
                <a:close/>
                <a:moveTo>
                  <a:pt x="10" y="250"/>
                </a:moveTo>
                <a:cubicBezTo>
                  <a:pt x="10" y="250"/>
                  <a:pt x="11" y="249"/>
                  <a:pt x="11" y="249"/>
                </a:cubicBezTo>
                <a:cubicBezTo>
                  <a:pt x="10" y="248"/>
                  <a:pt x="10" y="248"/>
                  <a:pt x="10" y="248"/>
                </a:cubicBezTo>
                <a:cubicBezTo>
                  <a:pt x="10" y="249"/>
                  <a:pt x="9" y="249"/>
                  <a:pt x="10" y="250"/>
                </a:cubicBezTo>
                <a:close/>
                <a:moveTo>
                  <a:pt x="7" y="252"/>
                </a:moveTo>
                <a:cubicBezTo>
                  <a:pt x="7" y="251"/>
                  <a:pt x="9" y="249"/>
                  <a:pt x="8" y="248"/>
                </a:cubicBezTo>
                <a:cubicBezTo>
                  <a:pt x="8" y="249"/>
                  <a:pt x="6" y="251"/>
                  <a:pt x="7" y="252"/>
                </a:cubicBezTo>
                <a:close/>
                <a:moveTo>
                  <a:pt x="3" y="247"/>
                </a:moveTo>
                <a:cubicBezTo>
                  <a:pt x="3" y="246"/>
                  <a:pt x="4" y="246"/>
                  <a:pt x="4" y="246"/>
                </a:cubicBezTo>
                <a:cubicBezTo>
                  <a:pt x="3" y="246"/>
                  <a:pt x="2" y="246"/>
                  <a:pt x="3" y="247"/>
                </a:cubicBezTo>
                <a:close/>
                <a:moveTo>
                  <a:pt x="0" y="255"/>
                </a:moveTo>
                <a:cubicBezTo>
                  <a:pt x="1" y="253"/>
                  <a:pt x="3" y="253"/>
                  <a:pt x="2" y="251"/>
                </a:cubicBezTo>
                <a:cubicBezTo>
                  <a:pt x="2" y="253"/>
                  <a:pt x="0" y="254"/>
                  <a:pt x="0" y="255"/>
                </a:cubicBezTo>
                <a:close/>
                <a:moveTo>
                  <a:pt x="30" y="271"/>
                </a:moveTo>
                <a:cubicBezTo>
                  <a:pt x="30" y="271"/>
                  <a:pt x="31" y="271"/>
                  <a:pt x="31" y="271"/>
                </a:cubicBezTo>
                <a:cubicBezTo>
                  <a:pt x="31" y="271"/>
                  <a:pt x="30" y="270"/>
                  <a:pt x="30" y="271"/>
                </a:cubicBezTo>
                <a:close/>
                <a:moveTo>
                  <a:pt x="34" y="274"/>
                </a:moveTo>
                <a:cubicBezTo>
                  <a:pt x="35" y="275"/>
                  <a:pt x="34" y="275"/>
                  <a:pt x="35" y="275"/>
                </a:cubicBezTo>
                <a:cubicBezTo>
                  <a:pt x="36" y="275"/>
                  <a:pt x="35" y="275"/>
                  <a:pt x="35" y="274"/>
                </a:cubicBezTo>
                <a:cubicBezTo>
                  <a:pt x="35" y="274"/>
                  <a:pt x="35" y="274"/>
                  <a:pt x="34" y="274"/>
                </a:cubicBezTo>
                <a:close/>
                <a:moveTo>
                  <a:pt x="3" y="254"/>
                </a:moveTo>
                <a:cubicBezTo>
                  <a:pt x="2" y="254"/>
                  <a:pt x="2" y="254"/>
                  <a:pt x="2" y="253"/>
                </a:cubicBezTo>
                <a:cubicBezTo>
                  <a:pt x="2" y="254"/>
                  <a:pt x="2" y="254"/>
                  <a:pt x="2" y="254"/>
                </a:cubicBezTo>
                <a:cubicBezTo>
                  <a:pt x="2" y="254"/>
                  <a:pt x="4" y="254"/>
                  <a:pt x="3" y="253"/>
                </a:cubicBezTo>
                <a:lnTo>
                  <a:pt x="3" y="254"/>
                </a:lnTo>
                <a:close/>
                <a:moveTo>
                  <a:pt x="27" y="271"/>
                </a:moveTo>
                <a:cubicBezTo>
                  <a:pt x="27" y="271"/>
                  <a:pt x="27" y="272"/>
                  <a:pt x="28" y="271"/>
                </a:cubicBezTo>
                <a:cubicBezTo>
                  <a:pt x="28" y="271"/>
                  <a:pt x="27" y="270"/>
                  <a:pt x="27" y="271"/>
                </a:cubicBezTo>
                <a:close/>
                <a:moveTo>
                  <a:pt x="31" y="278"/>
                </a:moveTo>
                <a:cubicBezTo>
                  <a:pt x="31" y="277"/>
                  <a:pt x="30" y="277"/>
                  <a:pt x="30" y="276"/>
                </a:cubicBezTo>
                <a:cubicBezTo>
                  <a:pt x="30" y="277"/>
                  <a:pt x="31" y="277"/>
                  <a:pt x="31" y="278"/>
                </a:cubicBezTo>
                <a:close/>
                <a:moveTo>
                  <a:pt x="31" y="281"/>
                </a:moveTo>
                <a:cubicBezTo>
                  <a:pt x="32" y="281"/>
                  <a:pt x="32" y="281"/>
                  <a:pt x="32" y="281"/>
                </a:cubicBezTo>
                <a:cubicBezTo>
                  <a:pt x="32" y="280"/>
                  <a:pt x="32" y="280"/>
                  <a:pt x="33" y="280"/>
                </a:cubicBezTo>
                <a:cubicBezTo>
                  <a:pt x="33" y="280"/>
                  <a:pt x="33" y="279"/>
                  <a:pt x="33" y="279"/>
                </a:cubicBezTo>
                <a:cubicBezTo>
                  <a:pt x="32" y="280"/>
                  <a:pt x="32" y="281"/>
                  <a:pt x="31" y="281"/>
                </a:cubicBezTo>
                <a:close/>
                <a:moveTo>
                  <a:pt x="782" y="255"/>
                </a:moveTo>
                <a:cubicBezTo>
                  <a:pt x="781" y="255"/>
                  <a:pt x="779" y="253"/>
                  <a:pt x="779" y="256"/>
                </a:cubicBezTo>
                <a:cubicBezTo>
                  <a:pt x="781" y="259"/>
                  <a:pt x="782" y="261"/>
                  <a:pt x="783" y="263"/>
                </a:cubicBezTo>
                <a:cubicBezTo>
                  <a:pt x="781" y="263"/>
                  <a:pt x="777" y="259"/>
                  <a:pt x="774" y="258"/>
                </a:cubicBezTo>
                <a:cubicBezTo>
                  <a:pt x="775" y="259"/>
                  <a:pt x="777" y="263"/>
                  <a:pt x="778" y="264"/>
                </a:cubicBezTo>
                <a:cubicBezTo>
                  <a:pt x="779" y="267"/>
                  <a:pt x="779" y="268"/>
                  <a:pt x="780" y="271"/>
                </a:cubicBezTo>
                <a:cubicBezTo>
                  <a:pt x="779" y="271"/>
                  <a:pt x="779" y="271"/>
                  <a:pt x="779" y="272"/>
                </a:cubicBezTo>
                <a:cubicBezTo>
                  <a:pt x="776" y="269"/>
                  <a:pt x="775" y="267"/>
                  <a:pt x="772" y="264"/>
                </a:cubicBezTo>
                <a:cubicBezTo>
                  <a:pt x="771" y="262"/>
                  <a:pt x="772" y="262"/>
                  <a:pt x="771" y="260"/>
                </a:cubicBezTo>
                <a:cubicBezTo>
                  <a:pt x="770" y="259"/>
                  <a:pt x="767" y="254"/>
                  <a:pt x="766" y="252"/>
                </a:cubicBezTo>
                <a:cubicBezTo>
                  <a:pt x="766" y="254"/>
                  <a:pt x="763" y="249"/>
                  <a:pt x="762" y="246"/>
                </a:cubicBezTo>
                <a:cubicBezTo>
                  <a:pt x="763" y="250"/>
                  <a:pt x="761" y="249"/>
                  <a:pt x="764" y="255"/>
                </a:cubicBezTo>
                <a:cubicBezTo>
                  <a:pt x="763" y="252"/>
                  <a:pt x="764" y="254"/>
                  <a:pt x="765" y="256"/>
                </a:cubicBezTo>
                <a:cubicBezTo>
                  <a:pt x="765" y="257"/>
                  <a:pt x="765" y="255"/>
                  <a:pt x="765" y="255"/>
                </a:cubicBezTo>
                <a:cubicBezTo>
                  <a:pt x="766" y="256"/>
                  <a:pt x="766" y="257"/>
                  <a:pt x="766" y="258"/>
                </a:cubicBezTo>
                <a:cubicBezTo>
                  <a:pt x="767" y="259"/>
                  <a:pt x="768" y="260"/>
                  <a:pt x="770" y="260"/>
                </a:cubicBezTo>
                <a:cubicBezTo>
                  <a:pt x="770" y="262"/>
                  <a:pt x="771" y="264"/>
                  <a:pt x="772" y="267"/>
                </a:cubicBezTo>
                <a:cubicBezTo>
                  <a:pt x="771" y="267"/>
                  <a:pt x="768" y="261"/>
                  <a:pt x="769" y="264"/>
                </a:cubicBezTo>
                <a:cubicBezTo>
                  <a:pt x="768" y="262"/>
                  <a:pt x="766" y="259"/>
                  <a:pt x="766" y="260"/>
                </a:cubicBezTo>
                <a:cubicBezTo>
                  <a:pt x="766" y="259"/>
                  <a:pt x="764" y="256"/>
                  <a:pt x="764" y="255"/>
                </a:cubicBezTo>
                <a:cubicBezTo>
                  <a:pt x="763" y="254"/>
                  <a:pt x="762" y="254"/>
                  <a:pt x="761" y="253"/>
                </a:cubicBezTo>
                <a:cubicBezTo>
                  <a:pt x="761" y="252"/>
                  <a:pt x="762" y="253"/>
                  <a:pt x="762" y="252"/>
                </a:cubicBezTo>
                <a:cubicBezTo>
                  <a:pt x="762" y="251"/>
                  <a:pt x="761" y="249"/>
                  <a:pt x="761" y="249"/>
                </a:cubicBezTo>
                <a:cubicBezTo>
                  <a:pt x="757" y="243"/>
                  <a:pt x="757" y="246"/>
                  <a:pt x="752" y="241"/>
                </a:cubicBezTo>
                <a:cubicBezTo>
                  <a:pt x="752" y="241"/>
                  <a:pt x="755" y="244"/>
                  <a:pt x="755" y="245"/>
                </a:cubicBezTo>
                <a:cubicBezTo>
                  <a:pt x="755" y="246"/>
                  <a:pt x="755" y="245"/>
                  <a:pt x="755" y="244"/>
                </a:cubicBezTo>
                <a:cubicBezTo>
                  <a:pt x="755" y="244"/>
                  <a:pt x="755" y="246"/>
                  <a:pt x="756" y="246"/>
                </a:cubicBezTo>
                <a:cubicBezTo>
                  <a:pt x="757" y="248"/>
                  <a:pt x="756" y="247"/>
                  <a:pt x="757" y="249"/>
                </a:cubicBezTo>
                <a:cubicBezTo>
                  <a:pt x="755" y="246"/>
                  <a:pt x="755" y="248"/>
                  <a:pt x="753" y="248"/>
                </a:cubicBezTo>
                <a:cubicBezTo>
                  <a:pt x="752" y="245"/>
                  <a:pt x="751" y="244"/>
                  <a:pt x="750" y="245"/>
                </a:cubicBezTo>
                <a:cubicBezTo>
                  <a:pt x="748" y="242"/>
                  <a:pt x="747" y="243"/>
                  <a:pt x="745" y="239"/>
                </a:cubicBezTo>
                <a:cubicBezTo>
                  <a:pt x="744" y="239"/>
                  <a:pt x="744" y="239"/>
                  <a:pt x="744" y="239"/>
                </a:cubicBezTo>
                <a:cubicBezTo>
                  <a:pt x="743" y="237"/>
                  <a:pt x="741" y="236"/>
                  <a:pt x="739" y="233"/>
                </a:cubicBezTo>
                <a:cubicBezTo>
                  <a:pt x="739" y="232"/>
                  <a:pt x="739" y="231"/>
                  <a:pt x="740" y="231"/>
                </a:cubicBezTo>
                <a:cubicBezTo>
                  <a:pt x="741" y="233"/>
                  <a:pt x="741" y="234"/>
                  <a:pt x="742" y="234"/>
                </a:cubicBezTo>
                <a:cubicBezTo>
                  <a:pt x="742" y="234"/>
                  <a:pt x="741" y="231"/>
                  <a:pt x="743" y="234"/>
                </a:cubicBezTo>
                <a:cubicBezTo>
                  <a:pt x="743" y="233"/>
                  <a:pt x="742" y="232"/>
                  <a:pt x="741" y="231"/>
                </a:cubicBezTo>
                <a:cubicBezTo>
                  <a:pt x="740" y="230"/>
                  <a:pt x="741" y="231"/>
                  <a:pt x="740" y="231"/>
                </a:cubicBezTo>
                <a:cubicBezTo>
                  <a:pt x="739" y="227"/>
                  <a:pt x="737" y="229"/>
                  <a:pt x="736" y="226"/>
                </a:cubicBezTo>
                <a:cubicBezTo>
                  <a:pt x="736" y="227"/>
                  <a:pt x="735" y="226"/>
                  <a:pt x="733" y="224"/>
                </a:cubicBezTo>
                <a:cubicBezTo>
                  <a:pt x="734" y="226"/>
                  <a:pt x="737" y="229"/>
                  <a:pt x="738" y="231"/>
                </a:cubicBezTo>
                <a:cubicBezTo>
                  <a:pt x="735" y="229"/>
                  <a:pt x="728" y="217"/>
                  <a:pt x="726" y="218"/>
                </a:cubicBezTo>
                <a:cubicBezTo>
                  <a:pt x="724" y="215"/>
                  <a:pt x="723" y="213"/>
                  <a:pt x="721" y="210"/>
                </a:cubicBezTo>
                <a:cubicBezTo>
                  <a:pt x="715" y="205"/>
                  <a:pt x="707" y="195"/>
                  <a:pt x="698" y="186"/>
                </a:cubicBezTo>
                <a:cubicBezTo>
                  <a:pt x="698" y="186"/>
                  <a:pt x="701" y="188"/>
                  <a:pt x="700" y="188"/>
                </a:cubicBezTo>
                <a:cubicBezTo>
                  <a:pt x="696" y="184"/>
                  <a:pt x="693" y="182"/>
                  <a:pt x="688" y="177"/>
                </a:cubicBezTo>
                <a:cubicBezTo>
                  <a:pt x="689" y="178"/>
                  <a:pt x="690" y="178"/>
                  <a:pt x="690" y="177"/>
                </a:cubicBezTo>
                <a:cubicBezTo>
                  <a:pt x="689" y="176"/>
                  <a:pt x="689" y="176"/>
                  <a:pt x="689" y="176"/>
                </a:cubicBezTo>
                <a:cubicBezTo>
                  <a:pt x="687" y="174"/>
                  <a:pt x="689" y="177"/>
                  <a:pt x="688" y="177"/>
                </a:cubicBezTo>
                <a:cubicBezTo>
                  <a:pt x="686" y="175"/>
                  <a:pt x="687" y="175"/>
                  <a:pt x="686" y="174"/>
                </a:cubicBezTo>
                <a:cubicBezTo>
                  <a:pt x="684" y="172"/>
                  <a:pt x="686" y="174"/>
                  <a:pt x="684" y="173"/>
                </a:cubicBezTo>
                <a:cubicBezTo>
                  <a:pt x="683" y="172"/>
                  <a:pt x="682" y="169"/>
                  <a:pt x="681" y="170"/>
                </a:cubicBezTo>
                <a:cubicBezTo>
                  <a:pt x="680" y="169"/>
                  <a:pt x="681" y="169"/>
                  <a:pt x="681" y="169"/>
                </a:cubicBezTo>
                <a:cubicBezTo>
                  <a:pt x="680" y="168"/>
                  <a:pt x="679" y="168"/>
                  <a:pt x="678" y="168"/>
                </a:cubicBezTo>
                <a:cubicBezTo>
                  <a:pt x="676" y="165"/>
                  <a:pt x="672" y="163"/>
                  <a:pt x="672" y="161"/>
                </a:cubicBezTo>
                <a:cubicBezTo>
                  <a:pt x="670" y="160"/>
                  <a:pt x="662" y="154"/>
                  <a:pt x="657" y="149"/>
                </a:cubicBezTo>
                <a:cubicBezTo>
                  <a:pt x="660" y="152"/>
                  <a:pt x="654" y="146"/>
                  <a:pt x="654" y="146"/>
                </a:cubicBezTo>
                <a:cubicBezTo>
                  <a:pt x="653" y="145"/>
                  <a:pt x="653" y="145"/>
                  <a:pt x="652" y="145"/>
                </a:cubicBezTo>
                <a:cubicBezTo>
                  <a:pt x="648" y="142"/>
                  <a:pt x="644" y="139"/>
                  <a:pt x="645" y="138"/>
                </a:cubicBezTo>
                <a:cubicBezTo>
                  <a:pt x="641" y="135"/>
                  <a:pt x="641" y="135"/>
                  <a:pt x="641" y="135"/>
                </a:cubicBezTo>
                <a:cubicBezTo>
                  <a:pt x="642" y="137"/>
                  <a:pt x="641" y="136"/>
                  <a:pt x="640" y="136"/>
                </a:cubicBezTo>
                <a:cubicBezTo>
                  <a:pt x="637" y="133"/>
                  <a:pt x="636" y="133"/>
                  <a:pt x="633" y="130"/>
                </a:cubicBezTo>
                <a:cubicBezTo>
                  <a:pt x="633" y="130"/>
                  <a:pt x="632" y="129"/>
                  <a:pt x="633" y="129"/>
                </a:cubicBezTo>
                <a:cubicBezTo>
                  <a:pt x="629" y="126"/>
                  <a:pt x="631" y="129"/>
                  <a:pt x="629" y="128"/>
                </a:cubicBezTo>
                <a:cubicBezTo>
                  <a:pt x="628" y="126"/>
                  <a:pt x="625" y="124"/>
                  <a:pt x="622" y="123"/>
                </a:cubicBezTo>
                <a:cubicBezTo>
                  <a:pt x="626" y="124"/>
                  <a:pt x="620" y="120"/>
                  <a:pt x="618" y="120"/>
                </a:cubicBezTo>
                <a:cubicBezTo>
                  <a:pt x="618" y="120"/>
                  <a:pt x="620" y="122"/>
                  <a:pt x="621" y="122"/>
                </a:cubicBezTo>
                <a:cubicBezTo>
                  <a:pt x="623" y="124"/>
                  <a:pt x="615" y="119"/>
                  <a:pt x="617" y="119"/>
                </a:cubicBezTo>
                <a:cubicBezTo>
                  <a:pt x="614" y="117"/>
                  <a:pt x="614" y="117"/>
                  <a:pt x="614" y="117"/>
                </a:cubicBezTo>
                <a:cubicBezTo>
                  <a:pt x="613" y="116"/>
                  <a:pt x="614" y="118"/>
                  <a:pt x="611" y="116"/>
                </a:cubicBezTo>
                <a:cubicBezTo>
                  <a:pt x="611" y="116"/>
                  <a:pt x="613" y="116"/>
                  <a:pt x="612" y="115"/>
                </a:cubicBezTo>
                <a:cubicBezTo>
                  <a:pt x="610" y="114"/>
                  <a:pt x="612" y="116"/>
                  <a:pt x="610" y="115"/>
                </a:cubicBezTo>
                <a:cubicBezTo>
                  <a:pt x="607" y="112"/>
                  <a:pt x="602" y="111"/>
                  <a:pt x="596" y="106"/>
                </a:cubicBezTo>
                <a:cubicBezTo>
                  <a:pt x="596" y="106"/>
                  <a:pt x="595" y="106"/>
                  <a:pt x="595" y="105"/>
                </a:cubicBezTo>
                <a:cubicBezTo>
                  <a:pt x="594" y="105"/>
                  <a:pt x="594" y="105"/>
                  <a:pt x="594" y="106"/>
                </a:cubicBezTo>
                <a:cubicBezTo>
                  <a:pt x="587" y="101"/>
                  <a:pt x="583" y="99"/>
                  <a:pt x="576" y="95"/>
                </a:cubicBezTo>
                <a:cubicBezTo>
                  <a:pt x="573" y="94"/>
                  <a:pt x="576" y="96"/>
                  <a:pt x="575" y="96"/>
                </a:cubicBezTo>
                <a:cubicBezTo>
                  <a:pt x="575" y="95"/>
                  <a:pt x="571" y="94"/>
                  <a:pt x="571" y="94"/>
                </a:cubicBezTo>
                <a:cubicBezTo>
                  <a:pt x="568" y="92"/>
                  <a:pt x="566" y="90"/>
                  <a:pt x="562" y="88"/>
                </a:cubicBezTo>
                <a:cubicBezTo>
                  <a:pt x="555" y="85"/>
                  <a:pt x="548" y="82"/>
                  <a:pt x="540" y="79"/>
                </a:cubicBezTo>
                <a:cubicBezTo>
                  <a:pt x="540" y="78"/>
                  <a:pt x="540" y="78"/>
                  <a:pt x="540" y="78"/>
                </a:cubicBezTo>
                <a:cubicBezTo>
                  <a:pt x="537" y="77"/>
                  <a:pt x="535" y="76"/>
                  <a:pt x="533" y="75"/>
                </a:cubicBezTo>
                <a:cubicBezTo>
                  <a:pt x="530" y="74"/>
                  <a:pt x="529" y="74"/>
                  <a:pt x="526" y="73"/>
                </a:cubicBezTo>
                <a:cubicBezTo>
                  <a:pt x="526" y="72"/>
                  <a:pt x="526" y="72"/>
                  <a:pt x="526" y="72"/>
                </a:cubicBezTo>
                <a:cubicBezTo>
                  <a:pt x="521" y="71"/>
                  <a:pt x="517" y="70"/>
                  <a:pt x="514" y="68"/>
                </a:cubicBezTo>
                <a:cubicBezTo>
                  <a:pt x="510" y="68"/>
                  <a:pt x="504" y="65"/>
                  <a:pt x="502" y="64"/>
                </a:cubicBezTo>
                <a:cubicBezTo>
                  <a:pt x="500" y="63"/>
                  <a:pt x="502" y="65"/>
                  <a:pt x="502" y="65"/>
                </a:cubicBezTo>
                <a:cubicBezTo>
                  <a:pt x="497" y="64"/>
                  <a:pt x="493" y="62"/>
                  <a:pt x="488" y="60"/>
                </a:cubicBezTo>
                <a:cubicBezTo>
                  <a:pt x="485" y="60"/>
                  <a:pt x="481" y="60"/>
                  <a:pt x="480" y="59"/>
                </a:cubicBezTo>
                <a:cubicBezTo>
                  <a:pt x="483" y="59"/>
                  <a:pt x="485" y="60"/>
                  <a:pt x="484" y="59"/>
                </a:cubicBezTo>
                <a:cubicBezTo>
                  <a:pt x="482" y="58"/>
                  <a:pt x="480" y="59"/>
                  <a:pt x="480" y="58"/>
                </a:cubicBezTo>
                <a:cubicBezTo>
                  <a:pt x="479" y="58"/>
                  <a:pt x="479" y="58"/>
                  <a:pt x="479" y="59"/>
                </a:cubicBezTo>
                <a:cubicBezTo>
                  <a:pt x="474" y="58"/>
                  <a:pt x="470" y="57"/>
                  <a:pt x="468" y="56"/>
                </a:cubicBezTo>
                <a:cubicBezTo>
                  <a:pt x="466" y="56"/>
                  <a:pt x="469" y="57"/>
                  <a:pt x="464" y="56"/>
                </a:cubicBezTo>
                <a:cubicBezTo>
                  <a:pt x="465" y="55"/>
                  <a:pt x="461" y="54"/>
                  <a:pt x="459" y="54"/>
                </a:cubicBezTo>
                <a:cubicBezTo>
                  <a:pt x="459" y="54"/>
                  <a:pt x="459" y="54"/>
                  <a:pt x="458" y="54"/>
                </a:cubicBezTo>
                <a:cubicBezTo>
                  <a:pt x="458" y="54"/>
                  <a:pt x="459" y="54"/>
                  <a:pt x="461" y="54"/>
                </a:cubicBezTo>
                <a:cubicBezTo>
                  <a:pt x="461" y="53"/>
                  <a:pt x="460" y="53"/>
                  <a:pt x="458" y="53"/>
                </a:cubicBezTo>
                <a:cubicBezTo>
                  <a:pt x="457" y="53"/>
                  <a:pt x="456" y="53"/>
                  <a:pt x="456" y="54"/>
                </a:cubicBezTo>
                <a:cubicBezTo>
                  <a:pt x="453" y="53"/>
                  <a:pt x="452" y="52"/>
                  <a:pt x="450" y="52"/>
                </a:cubicBezTo>
                <a:cubicBezTo>
                  <a:pt x="448" y="51"/>
                  <a:pt x="451" y="52"/>
                  <a:pt x="450" y="52"/>
                </a:cubicBezTo>
                <a:cubicBezTo>
                  <a:pt x="442" y="51"/>
                  <a:pt x="434" y="51"/>
                  <a:pt x="428" y="49"/>
                </a:cubicBezTo>
                <a:cubicBezTo>
                  <a:pt x="426" y="49"/>
                  <a:pt x="429" y="50"/>
                  <a:pt x="427" y="50"/>
                </a:cubicBezTo>
                <a:cubicBezTo>
                  <a:pt x="424" y="50"/>
                  <a:pt x="424" y="49"/>
                  <a:pt x="426" y="49"/>
                </a:cubicBezTo>
                <a:cubicBezTo>
                  <a:pt x="426" y="48"/>
                  <a:pt x="425" y="49"/>
                  <a:pt x="423" y="48"/>
                </a:cubicBezTo>
                <a:cubicBezTo>
                  <a:pt x="423" y="49"/>
                  <a:pt x="423" y="49"/>
                  <a:pt x="423" y="49"/>
                </a:cubicBezTo>
                <a:cubicBezTo>
                  <a:pt x="416" y="48"/>
                  <a:pt x="410" y="48"/>
                  <a:pt x="402" y="48"/>
                </a:cubicBezTo>
                <a:cubicBezTo>
                  <a:pt x="404" y="47"/>
                  <a:pt x="401" y="47"/>
                  <a:pt x="397" y="47"/>
                </a:cubicBezTo>
                <a:cubicBezTo>
                  <a:pt x="397" y="46"/>
                  <a:pt x="397" y="46"/>
                  <a:pt x="397" y="46"/>
                </a:cubicBezTo>
                <a:cubicBezTo>
                  <a:pt x="394" y="47"/>
                  <a:pt x="393" y="46"/>
                  <a:pt x="391" y="46"/>
                </a:cubicBezTo>
                <a:cubicBezTo>
                  <a:pt x="389" y="46"/>
                  <a:pt x="395" y="47"/>
                  <a:pt x="393" y="48"/>
                </a:cubicBezTo>
                <a:cubicBezTo>
                  <a:pt x="390" y="47"/>
                  <a:pt x="390" y="47"/>
                  <a:pt x="388" y="47"/>
                </a:cubicBezTo>
                <a:cubicBezTo>
                  <a:pt x="386" y="47"/>
                  <a:pt x="388" y="47"/>
                  <a:pt x="388" y="48"/>
                </a:cubicBezTo>
                <a:cubicBezTo>
                  <a:pt x="385" y="48"/>
                  <a:pt x="385" y="47"/>
                  <a:pt x="382" y="48"/>
                </a:cubicBezTo>
                <a:cubicBezTo>
                  <a:pt x="382" y="47"/>
                  <a:pt x="383" y="47"/>
                  <a:pt x="384" y="47"/>
                </a:cubicBezTo>
                <a:cubicBezTo>
                  <a:pt x="383" y="47"/>
                  <a:pt x="380" y="48"/>
                  <a:pt x="380" y="47"/>
                </a:cubicBezTo>
                <a:cubicBezTo>
                  <a:pt x="379" y="47"/>
                  <a:pt x="380" y="48"/>
                  <a:pt x="377" y="48"/>
                </a:cubicBezTo>
                <a:cubicBezTo>
                  <a:pt x="376" y="47"/>
                  <a:pt x="377" y="47"/>
                  <a:pt x="376" y="47"/>
                </a:cubicBezTo>
                <a:cubicBezTo>
                  <a:pt x="375" y="47"/>
                  <a:pt x="371" y="48"/>
                  <a:pt x="375" y="48"/>
                </a:cubicBezTo>
                <a:cubicBezTo>
                  <a:pt x="374" y="48"/>
                  <a:pt x="373" y="49"/>
                  <a:pt x="371" y="49"/>
                </a:cubicBezTo>
                <a:cubicBezTo>
                  <a:pt x="372" y="48"/>
                  <a:pt x="370" y="48"/>
                  <a:pt x="371" y="47"/>
                </a:cubicBezTo>
                <a:cubicBezTo>
                  <a:pt x="370" y="47"/>
                  <a:pt x="367" y="48"/>
                  <a:pt x="368" y="47"/>
                </a:cubicBezTo>
                <a:cubicBezTo>
                  <a:pt x="365" y="48"/>
                  <a:pt x="363" y="48"/>
                  <a:pt x="361" y="48"/>
                </a:cubicBezTo>
                <a:cubicBezTo>
                  <a:pt x="361" y="47"/>
                  <a:pt x="362" y="47"/>
                  <a:pt x="363" y="47"/>
                </a:cubicBezTo>
                <a:cubicBezTo>
                  <a:pt x="363" y="47"/>
                  <a:pt x="361" y="47"/>
                  <a:pt x="359" y="47"/>
                </a:cubicBezTo>
                <a:cubicBezTo>
                  <a:pt x="358" y="48"/>
                  <a:pt x="355" y="48"/>
                  <a:pt x="351" y="48"/>
                </a:cubicBezTo>
                <a:cubicBezTo>
                  <a:pt x="351" y="49"/>
                  <a:pt x="354" y="48"/>
                  <a:pt x="354" y="49"/>
                </a:cubicBezTo>
                <a:cubicBezTo>
                  <a:pt x="350" y="50"/>
                  <a:pt x="351" y="49"/>
                  <a:pt x="348" y="49"/>
                </a:cubicBezTo>
                <a:cubicBezTo>
                  <a:pt x="350" y="50"/>
                  <a:pt x="344" y="50"/>
                  <a:pt x="342" y="50"/>
                </a:cubicBezTo>
                <a:cubicBezTo>
                  <a:pt x="340" y="50"/>
                  <a:pt x="343" y="50"/>
                  <a:pt x="341" y="51"/>
                </a:cubicBezTo>
                <a:cubicBezTo>
                  <a:pt x="336" y="52"/>
                  <a:pt x="334" y="52"/>
                  <a:pt x="332" y="51"/>
                </a:cubicBezTo>
                <a:cubicBezTo>
                  <a:pt x="334" y="50"/>
                  <a:pt x="335" y="51"/>
                  <a:pt x="335" y="51"/>
                </a:cubicBezTo>
                <a:cubicBezTo>
                  <a:pt x="336" y="51"/>
                  <a:pt x="336" y="51"/>
                  <a:pt x="336" y="51"/>
                </a:cubicBezTo>
                <a:cubicBezTo>
                  <a:pt x="336" y="50"/>
                  <a:pt x="334" y="51"/>
                  <a:pt x="335" y="50"/>
                </a:cubicBezTo>
                <a:cubicBezTo>
                  <a:pt x="331" y="51"/>
                  <a:pt x="331" y="51"/>
                  <a:pt x="331" y="52"/>
                </a:cubicBezTo>
                <a:cubicBezTo>
                  <a:pt x="330" y="51"/>
                  <a:pt x="326" y="51"/>
                  <a:pt x="326" y="52"/>
                </a:cubicBezTo>
                <a:cubicBezTo>
                  <a:pt x="323" y="53"/>
                  <a:pt x="325" y="52"/>
                  <a:pt x="326" y="51"/>
                </a:cubicBezTo>
                <a:cubicBezTo>
                  <a:pt x="326" y="51"/>
                  <a:pt x="322" y="52"/>
                  <a:pt x="321" y="53"/>
                </a:cubicBezTo>
                <a:cubicBezTo>
                  <a:pt x="321" y="53"/>
                  <a:pt x="322" y="53"/>
                  <a:pt x="323" y="53"/>
                </a:cubicBezTo>
                <a:cubicBezTo>
                  <a:pt x="321" y="53"/>
                  <a:pt x="315" y="54"/>
                  <a:pt x="316" y="55"/>
                </a:cubicBezTo>
                <a:cubicBezTo>
                  <a:pt x="314" y="56"/>
                  <a:pt x="314" y="55"/>
                  <a:pt x="312" y="55"/>
                </a:cubicBezTo>
                <a:cubicBezTo>
                  <a:pt x="313" y="55"/>
                  <a:pt x="314" y="54"/>
                  <a:pt x="315" y="54"/>
                </a:cubicBezTo>
                <a:cubicBezTo>
                  <a:pt x="317" y="53"/>
                  <a:pt x="317" y="53"/>
                  <a:pt x="320" y="52"/>
                </a:cubicBezTo>
                <a:cubicBezTo>
                  <a:pt x="319" y="52"/>
                  <a:pt x="314" y="54"/>
                  <a:pt x="313" y="54"/>
                </a:cubicBezTo>
                <a:cubicBezTo>
                  <a:pt x="310" y="54"/>
                  <a:pt x="314" y="54"/>
                  <a:pt x="312" y="55"/>
                </a:cubicBezTo>
                <a:cubicBezTo>
                  <a:pt x="308" y="56"/>
                  <a:pt x="308" y="56"/>
                  <a:pt x="304" y="57"/>
                </a:cubicBezTo>
                <a:cubicBezTo>
                  <a:pt x="305" y="57"/>
                  <a:pt x="307" y="57"/>
                  <a:pt x="307" y="56"/>
                </a:cubicBezTo>
                <a:cubicBezTo>
                  <a:pt x="305" y="56"/>
                  <a:pt x="302" y="58"/>
                  <a:pt x="302" y="58"/>
                </a:cubicBezTo>
                <a:cubicBezTo>
                  <a:pt x="299" y="59"/>
                  <a:pt x="304" y="57"/>
                  <a:pt x="301" y="58"/>
                </a:cubicBezTo>
                <a:cubicBezTo>
                  <a:pt x="301" y="57"/>
                  <a:pt x="304" y="57"/>
                  <a:pt x="303" y="57"/>
                </a:cubicBezTo>
                <a:cubicBezTo>
                  <a:pt x="303" y="57"/>
                  <a:pt x="298" y="58"/>
                  <a:pt x="297" y="58"/>
                </a:cubicBezTo>
                <a:cubicBezTo>
                  <a:pt x="298" y="59"/>
                  <a:pt x="301" y="57"/>
                  <a:pt x="301" y="58"/>
                </a:cubicBezTo>
                <a:cubicBezTo>
                  <a:pt x="296" y="59"/>
                  <a:pt x="295" y="60"/>
                  <a:pt x="292" y="60"/>
                </a:cubicBezTo>
                <a:cubicBezTo>
                  <a:pt x="290" y="61"/>
                  <a:pt x="289" y="61"/>
                  <a:pt x="289" y="62"/>
                </a:cubicBezTo>
                <a:cubicBezTo>
                  <a:pt x="288" y="62"/>
                  <a:pt x="283" y="62"/>
                  <a:pt x="283" y="63"/>
                </a:cubicBezTo>
                <a:cubicBezTo>
                  <a:pt x="279" y="65"/>
                  <a:pt x="279" y="64"/>
                  <a:pt x="276" y="65"/>
                </a:cubicBezTo>
                <a:cubicBezTo>
                  <a:pt x="274" y="66"/>
                  <a:pt x="277" y="66"/>
                  <a:pt x="276" y="66"/>
                </a:cubicBezTo>
                <a:cubicBezTo>
                  <a:pt x="273" y="67"/>
                  <a:pt x="273" y="67"/>
                  <a:pt x="273" y="67"/>
                </a:cubicBezTo>
                <a:cubicBezTo>
                  <a:pt x="275" y="65"/>
                  <a:pt x="264" y="71"/>
                  <a:pt x="260" y="71"/>
                </a:cubicBezTo>
                <a:cubicBezTo>
                  <a:pt x="259" y="72"/>
                  <a:pt x="259" y="72"/>
                  <a:pt x="259" y="73"/>
                </a:cubicBezTo>
                <a:cubicBezTo>
                  <a:pt x="257" y="73"/>
                  <a:pt x="254" y="74"/>
                  <a:pt x="253" y="75"/>
                </a:cubicBezTo>
                <a:cubicBezTo>
                  <a:pt x="253" y="75"/>
                  <a:pt x="253" y="75"/>
                  <a:pt x="253" y="74"/>
                </a:cubicBezTo>
                <a:cubicBezTo>
                  <a:pt x="248" y="77"/>
                  <a:pt x="246" y="78"/>
                  <a:pt x="239" y="81"/>
                </a:cubicBezTo>
                <a:cubicBezTo>
                  <a:pt x="240" y="80"/>
                  <a:pt x="244" y="78"/>
                  <a:pt x="245" y="78"/>
                </a:cubicBezTo>
                <a:cubicBezTo>
                  <a:pt x="244" y="78"/>
                  <a:pt x="244" y="76"/>
                  <a:pt x="243" y="77"/>
                </a:cubicBezTo>
                <a:cubicBezTo>
                  <a:pt x="243" y="77"/>
                  <a:pt x="242" y="76"/>
                  <a:pt x="243" y="75"/>
                </a:cubicBezTo>
                <a:cubicBezTo>
                  <a:pt x="244" y="75"/>
                  <a:pt x="244" y="75"/>
                  <a:pt x="245" y="75"/>
                </a:cubicBezTo>
                <a:cubicBezTo>
                  <a:pt x="247" y="74"/>
                  <a:pt x="243" y="74"/>
                  <a:pt x="246" y="73"/>
                </a:cubicBezTo>
                <a:cubicBezTo>
                  <a:pt x="245" y="73"/>
                  <a:pt x="244" y="74"/>
                  <a:pt x="243" y="75"/>
                </a:cubicBezTo>
                <a:cubicBezTo>
                  <a:pt x="243" y="73"/>
                  <a:pt x="250" y="71"/>
                  <a:pt x="252" y="71"/>
                </a:cubicBezTo>
                <a:cubicBezTo>
                  <a:pt x="254" y="70"/>
                  <a:pt x="251" y="70"/>
                  <a:pt x="254" y="69"/>
                </a:cubicBezTo>
                <a:cubicBezTo>
                  <a:pt x="247" y="70"/>
                  <a:pt x="242" y="74"/>
                  <a:pt x="237" y="76"/>
                </a:cubicBezTo>
                <a:cubicBezTo>
                  <a:pt x="236" y="76"/>
                  <a:pt x="237" y="76"/>
                  <a:pt x="237" y="76"/>
                </a:cubicBezTo>
                <a:cubicBezTo>
                  <a:pt x="235" y="77"/>
                  <a:pt x="233" y="78"/>
                  <a:pt x="233" y="78"/>
                </a:cubicBezTo>
                <a:cubicBezTo>
                  <a:pt x="234" y="77"/>
                  <a:pt x="235" y="77"/>
                  <a:pt x="235" y="76"/>
                </a:cubicBezTo>
                <a:cubicBezTo>
                  <a:pt x="232" y="77"/>
                  <a:pt x="234" y="77"/>
                  <a:pt x="231" y="78"/>
                </a:cubicBezTo>
                <a:cubicBezTo>
                  <a:pt x="229" y="78"/>
                  <a:pt x="231" y="77"/>
                  <a:pt x="227" y="79"/>
                </a:cubicBezTo>
                <a:cubicBezTo>
                  <a:pt x="227" y="78"/>
                  <a:pt x="230" y="77"/>
                  <a:pt x="231" y="76"/>
                </a:cubicBezTo>
                <a:cubicBezTo>
                  <a:pt x="229" y="77"/>
                  <a:pt x="228" y="77"/>
                  <a:pt x="224" y="79"/>
                </a:cubicBezTo>
                <a:cubicBezTo>
                  <a:pt x="227" y="76"/>
                  <a:pt x="236" y="73"/>
                  <a:pt x="233" y="72"/>
                </a:cubicBezTo>
                <a:cubicBezTo>
                  <a:pt x="233" y="72"/>
                  <a:pt x="231" y="72"/>
                  <a:pt x="231" y="72"/>
                </a:cubicBezTo>
                <a:cubicBezTo>
                  <a:pt x="229" y="73"/>
                  <a:pt x="233" y="72"/>
                  <a:pt x="230" y="73"/>
                </a:cubicBezTo>
                <a:cubicBezTo>
                  <a:pt x="230" y="73"/>
                  <a:pt x="232" y="73"/>
                  <a:pt x="232" y="73"/>
                </a:cubicBezTo>
                <a:cubicBezTo>
                  <a:pt x="227" y="76"/>
                  <a:pt x="222" y="80"/>
                  <a:pt x="219" y="80"/>
                </a:cubicBezTo>
                <a:cubicBezTo>
                  <a:pt x="223" y="79"/>
                  <a:pt x="216" y="80"/>
                  <a:pt x="222" y="77"/>
                </a:cubicBezTo>
                <a:cubicBezTo>
                  <a:pt x="221" y="76"/>
                  <a:pt x="216" y="78"/>
                  <a:pt x="218" y="76"/>
                </a:cubicBezTo>
                <a:cubicBezTo>
                  <a:pt x="217" y="77"/>
                  <a:pt x="210" y="80"/>
                  <a:pt x="210" y="82"/>
                </a:cubicBezTo>
                <a:cubicBezTo>
                  <a:pt x="205" y="84"/>
                  <a:pt x="210" y="81"/>
                  <a:pt x="203" y="85"/>
                </a:cubicBezTo>
                <a:cubicBezTo>
                  <a:pt x="207" y="83"/>
                  <a:pt x="205" y="85"/>
                  <a:pt x="206" y="85"/>
                </a:cubicBezTo>
                <a:cubicBezTo>
                  <a:pt x="203" y="87"/>
                  <a:pt x="205" y="85"/>
                  <a:pt x="204" y="85"/>
                </a:cubicBezTo>
                <a:cubicBezTo>
                  <a:pt x="202" y="86"/>
                  <a:pt x="201" y="88"/>
                  <a:pt x="199" y="88"/>
                </a:cubicBezTo>
                <a:cubicBezTo>
                  <a:pt x="199" y="89"/>
                  <a:pt x="199" y="89"/>
                  <a:pt x="198" y="89"/>
                </a:cubicBezTo>
                <a:cubicBezTo>
                  <a:pt x="200" y="89"/>
                  <a:pt x="202" y="86"/>
                  <a:pt x="203" y="86"/>
                </a:cubicBezTo>
                <a:cubicBezTo>
                  <a:pt x="204" y="87"/>
                  <a:pt x="202" y="88"/>
                  <a:pt x="201" y="88"/>
                </a:cubicBezTo>
                <a:cubicBezTo>
                  <a:pt x="201" y="89"/>
                  <a:pt x="205" y="87"/>
                  <a:pt x="202" y="89"/>
                </a:cubicBezTo>
                <a:cubicBezTo>
                  <a:pt x="202" y="89"/>
                  <a:pt x="204" y="88"/>
                  <a:pt x="205" y="87"/>
                </a:cubicBezTo>
                <a:cubicBezTo>
                  <a:pt x="203" y="89"/>
                  <a:pt x="198" y="91"/>
                  <a:pt x="198" y="92"/>
                </a:cubicBezTo>
                <a:cubicBezTo>
                  <a:pt x="198" y="92"/>
                  <a:pt x="198" y="91"/>
                  <a:pt x="195" y="93"/>
                </a:cubicBezTo>
                <a:cubicBezTo>
                  <a:pt x="195" y="92"/>
                  <a:pt x="196" y="92"/>
                  <a:pt x="197" y="91"/>
                </a:cubicBezTo>
                <a:cubicBezTo>
                  <a:pt x="196" y="91"/>
                  <a:pt x="194" y="92"/>
                  <a:pt x="192" y="94"/>
                </a:cubicBezTo>
                <a:cubicBezTo>
                  <a:pt x="191" y="94"/>
                  <a:pt x="190" y="94"/>
                  <a:pt x="190" y="93"/>
                </a:cubicBezTo>
                <a:cubicBezTo>
                  <a:pt x="187" y="95"/>
                  <a:pt x="190" y="94"/>
                  <a:pt x="187" y="96"/>
                </a:cubicBezTo>
                <a:cubicBezTo>
                  <a:pt x="189" y="94"/>
                  <a:pt x="184" y="97"/>
                  <a:pt x="184" y="96"/>
                </a:cubicBezTo>
                <a:cubicBezTo>
                  <a:pt x="182" y="98"/>
                  <a:pt x="180" y="99"/>
                  <a:pt x="179" y="100"/>
                </a:cubicBezTo>
                <a:cubicBezTo>
                  <a:pt x="179" y="99"/>
                  <a:pt x="179" y="98"/>
                  <a:pt x="181" y="98"/>
                </a:cubicBezTo>
                <a:cubicBezTo>
                  <a:pt x="184" y="96"/>
                  <a:pt x="180" y="98"/>
                  <a:pt x="180" y="97"/>
                </a:cubicBezTo>
                <a:cubicBezTo>
                  <a:pt x="184" y="95"/>
                  <a:pt x="186" y="93"/>
                  <a:pt x="191" y="90"/>
                </a:cubicBezTo>
                <a:cubicBezTo>
                  <a:pt x="188" y="92"/>
                  <a:pt x="189" y="92"/>
                  <a:pt x="192" y="90"/>
                </a:cubicBezTo>
                <a:cubicBezTo>
                  <a:pt x="194" y="88"/>
                  <a:pt x="194" y="88"/>
                  <a:pt x="198" y="86"/>
                </a:cubicBezTo>
                <a:cubicBezTo>
                  <a:pt x="200" y="85"/>
                  <a:pt x="196" y="86"/>
                  <a:pt x="200" y="84"/>
                </a:cubicBezTo>
                <a:cubicBezTo>
                  <a:pt x="199" y="85"/>
                  <a:pt x="204" y="82"/>
                  <a:pt x="204" y="84"/>
                </a:cubicBezTo>
                <a:cubicBezTo>
                  <a:pt x="204" y="84"/>
                  <a:pt x="206" y="83"/>
                  <a:pt x="208" y="82"/>
                </a:cubicBezTo>
                <a:cubicBezTo>
                  <a:pt x="208" y="81"/>
                  <a:pt x="209" y="81"/>
                  <a:pt x="209" y="81"/>
                </a:cubicBezTo>
                <a:cubicBezTo>
                  <a:pt x="209" y="80"/>
                  <a:pt x="205" y="82"/>
                  <a:pt x="207" y="82"/>
                </a:cubicBezTo>
                <a:cubicBezTo>
                  <a:pt x="205" y="83"/>
                  <a:pt x="203" y="84"/>
                  <a:pt x="203" y="83"/>
                </a:cubicBezTo>
                <a:cubicBezTo>
                  <a:pt x="206" y="81"/>
                  <a:pt x="206" y="81"/>
                  <a:pt x="206" y="81"/>
                </a:cubicBezTo>
                <a:cubicBezTo>
                  <a:pt x="206" y="81"/>
                  <a:pt x="205" y="82"/>
                  <a:pt x="206" y="82"/>
                </a:cubicBezTo>
                <a:cubicBezTo>
                  <a:pt x="208" y="81"/>
                  <a:pt x="207" y="81"/>
                  <a:pt x="207" y="80"/>
                </a:cubicBezTo>
                <a:cubicBezTo>
                  <a:pt x="208" y="79"/>
                  <a:pt x="209" y="80"/>
                  <a:pt x="210" y="79"/>
                </a:cubicBezTo>
                <a:cubicBezTo>
                  <a:pt x="212" y="78"/>
                  <a:pt x="209" y="81"/>
                  <a:pt x="213" y="79"/>
                </a:cubicBezTo>
                <a:cubicBezTo>
                  <a:pt x="215" y="78"/>
                  <a:pt x="214" y="77"/>
                  <a:pt x="216" y="77"/>
                </a:cubicBezTo>
                <a:cubicBezTo>
                  <a:pt x="218" y="75"/>
                  <a:pt x="218" y="73"/>
                  <a:pt x="217" y="73"/>
                </a:cubicBezTo>
                <a:cubicBezTo>
                  <a:pt x="216" y="74"/>
                  <a:pt x="216" y="74"/>
                  <a:pt x="213" y="75"/>
                </a:cubicBezTo>
                <a:cubicBezTo>
                  <a:pt x="213" y="74"/>
                  <a:pt x="213" y="74"/>
                  <a:pt x="213" y="74"/>
                </a:cubicBezTo>
                <a:cubicBezTo>
                  <a:pt x="219" y="70"/>
                  <a:pt x="218" y="72"/>
                  <a:pt x="221" y="70"/>
                </a:cubicBezTo>
                <a:cubicBezTo>
                  <a:pt x="222" y="70"/>
                  <a:pt x="220" y="71"/>
                  <a:pt x="219" y="72"/>
                </a:cubicBezTo>
                <a:cubicBezTo>
                  <a:pt x="218" y="73"/>
                  <a:pt x="221" y="71"/>
                  <a:pt x="219" y="73"/>
                </a:cubicBezTo>
                <a:cubicBezTo>
                  <a:pt x="219" y="73"/>
                  <a:pt x="223" y="71"/>
                  <a:pt x="222" y="72"/>
                </a:cubicBezTo>
                <a:cubicBezTo>
                  <a:pt x="224" y="71"/>
                  <a:pt x="221" y="72"/>
                  <a:pt x="221" y="71"/>
                </a:cubicBezTo>
                <a:cubicBezTo>
                  <a:pt x="224" y="70"/>
                  <a:pt x="221" y="70"/>
                  <a:pt x="224" y="68"/>
                </a:cubicBezTo>
                <a:cubicBezTo>
                  <a:pt x="224" y="68"/>
                  <a:pt x="224" y="68"/>
                  <a:pt x="224" y="68"/>
                </a:cubicBezTo>
                <a:cubicBezTo>
                  <a:pt x="223" y="68"/>
                  <a:pt x="223" y="69"/>
                  <a:pt x="221" y="70"/>
                </a:cubicBezTo>
                <a:cubicBezTo>
                  <a:pt x="224" y="66"/>
                  <a:pt x="231" y="66"/>
                  <a:pt x="235" y="63"/>
                </a:cubicBezTo>
                <a:cubicBezTo>
                  <a:pt x="234" y="63"/>
                  <a:pt x="233" y="64"/>
                  <a:pt x="234" y="62"/>
                </a:cubicBezTo>
                <a:cubicBezTo>
                  <a:pt x="231" y="63"/>
                  <a:pt x="234" y="63"/>
                  <a:pt x="231" y="64"/>
                </a:cubicBezTo>
                <a:cubicBezTo>
                  <a:pt x="233" y="63"/>
                  <a:pt x="232" y="63"/>
                  <a:pt x="234" y="61"/>
                </a:cubicBezTo>
                <a:cubicBezTo>
                  <a:pt x="236" y="60"/>
                  <a:pt x="235" y="61"/>
                  <a:pt x="234" y="61"/>
                </a:cubicBezTo>
                <a:cubicBezTo>
                  <a:pt x="235" y="61"/>
                  <a:pt x="236" y="61"/>
                  <a:pt x="236" y="62"/>
                </a:cubicBezTo>
                <a:cubicBezTo>
                  <a:pt x="239" y="60"/>
                  <a:pt x="239" y="60"/>
                  <a:pt x="241" y="59"/>
                </a:cubicBezTo>
                <a:cubicBezTo>
                  <a:pt x="240" y="60"/>
                  <a:pt x="244" y="58"/>
                  <a:pt x="245" y="58"/>
                </a:cubicBezTo>
                <a:cubicBezTo>
                  <a:pt x="248" y="57"/>
                  <a:pt x="244" y="57"/>
                  <a:pt x="247" y="57"/>
                </a:cubicBezTo>
                <a:cubicBezTo>
                  <a:pt x="249" y="55"/>
                  <a:pt x="249" y="56"/>
                  <a:pt x="249" y="56"/>
                </a:cubicBezTo>
                <a:cubicBezTo>
                  <a:pt x="248" y="58"/>
                  <a:pt x="246" y="58"/>
                  <a:pt x="244" y="59"/>
                </a:cubicBezTo>
                <a:cubicBezTo>
                  <a:pt x="245" y="59"/>
                  <a:pt x="246" y="59"/>
                  <a:pt x="244" y="61"/>
                </a:cubicBezTo>
                <a:cubicBezTo>
                  <a:pt x="244" y="61"/>
                  <a:pt x="245" y="60"/>
                  <a:pt x="245" y="61"/>
                </a:cubicBezTo>
                <a:cubicBezTo>
                  <a:pt x="245" y="60"/>
                  <a:pt x="245" y="60"/>
                  <a:pt x="246" y="59"/>
                </a:cubicBezTo>
                <a:cubicBezTo>
                  <a:pt x="247" y="59"/>
                  <a:pt x="248" y="59"/>
                  <a:pt x="248" y="59"/>
                </a:cubicBezTo>
                <a:cubicBezTo>
                  <a:pt x="250" y="58"/>
                  <a:pt x="245" y="59"/>
                  <a:pt x="246" y="59"/>
                </a:cubicBezTo>
                <a:cubicBezTo>
                  <a:pt x="248" y="57"/>
                  <a:pt x="253" y="56"/>
                  <a:pt x="253" y="55"/>
                </a:cubicBezTo>
                <a:cubicBezTo>
                  <a:pt x="255" y="54"/>
                  <a:pt x="255" y="55"/>
                  <a:pt x="257" y="55"/>
                </a:cubicBezTo>
                <a:cubicBezTo>
                  <a:pt x="257" y="54"/>
                  <a:pt x="264" y="50"/>
                  <a:pt x="267" y="50"/>
                </a:cubicBezTo>
                <a:cubicBezTo>
                  <a:pt x="271" y="49"/>
                  <a:pt x="268" y="48"/>
                  <a:pt x="268" y="48"/>
                </a:cubicBezTo>
                <a:cubicBezTo>
                  <a:pt x="266" y="49"/>
                  <a:pt x="263" y="49"/>
                  <a:pt x="263" y="50"/>
                </a:cubicBezTo>
                <a:cubicBezTo>
                  <a:pt x="263" y="50"/>
                  <a:pt x="265" y="50"/>
                  <a:pt x="266" y="49"/>
                </a:cubicBezTo>
                <a:cubicBezTo>
                  <a:pt x="263" y="51"/>
                  <a:pt x="256" y="53"/>
                  <a:pt x="253" y="55"/>
                </a:cubicBezTo>
                <a:cubicBezTo>
                  <a:pt x="253" y="54"/>
                  <a:pt x="252" y="54"/>
                  <a:pt x="254" y="53"/>
                </a:cubicBezTo>
                <a:cubicBezTo>
                  <a:pt x="256" y="52"/>
                  <a:pt x="258" y="52"/>
                  <a:pt x="258" y="51"/>
                </a:cubicBezTo>
                <a:cubicBezTo>
                  <a:pt x="261" y="50"/>
                  <a:pt x="259" y="52"/>
                  <a:pt x="257" y="52"/>
                </a:cubicBezTo>
                <a:cubicBezTo>
                  <a:pt x="261" y="51"/>
                  <a:pt x="263" y="49"/>
                  <a:pt x="267" y="48"/>
                </a:cubicBezTo>
                <a:cubicBezTo>
                  <a:pt x="262" y="49"/>
                  <a:pt x="253" y="52"/>
                  <a:pt x="247" y="55"/>
                </a:cubicBezTo>
                <a:cubicBezTo>
                  <a:pt x="244" y="56"/>
                  <a:pt x="242" y="56"/>
                  <a:pt x="242" y="55"/>
                </a:cubicBezTo>
                <a:cubicBezTo>
                  <a:pt x="240" y="56"/>
                  <a:pt x="242" y="56"/>
                  <a:pt x="242" y="57"/>
                </a:cubicBezTo>
                <a:cubicBezTo>
                  <a:pt x="240" y="57"/>
                  <a:pt x="241" y="58"/>
                  <a:pt x="239" y="58"/>
                </a:cubicBezTo>
                <a:cubicBezTo>
                  <a:pt x="238" y="58"/>
                  <a:pt x="240" y="57"/>
                  <a:pt x="239" y="57"/>
                </a:cubicBezTo>
                <a:cubicBezTo>
                  <a:pt x="238" y="57"/>
                  <a:pt x="236" y="58"/>
                  <a:pt x="234" y="59"/>
                </a:cubicBezTo>
                <a:cubicBezTo>
                  <a:pt x="233" y="60"/>
                  <a:pt x="235" y="59"/>
                  <a:pt x="234" y="60"/>
                </a:cubicBezTo>
                <a:cubicBezTo>
                  <a:pt x="236" y="59"/>
                  <a:pt x="235" y="59"/>
                  <a:pt x="235" y="59"/>
                </a:cubicBezTo>
                <a:cubicBezTo>
                  <a:pt x="237" y="57"/>
                  <a:pt x="237" y="58"/>
                  <a:pt x="239" y="58"/>
                </a:cubicBezTo>
                <a:cubicBezTo>
                  <a:pt x="238" y="59"/>
                  <a:pt x="227" y="63"/>
                  <a:pt x="229" y="64"/>
                </a:cubicBezTo>
                <a:cubicBezTo>
                  <a:pt x="228" y="64"/>
                  <a:pt x="227" y="64"/>
                  <a:pt x="226" y="64"/>
                </a:cubicBezTo>
                <a:cubicBezTo>
                  <a:pt x="229" y="61"/>
                  <a:pt x="225" y="63"/>
                  <a:pt x="223" y="62"/>
                </a:cubicBezTo>
                <a:cubicBezTo>
                  <a:pt x="222" y="63"/>
                  <a:pt x="222" y="63"/>
                  <a:pt x="220" y="64"/>
                </a:cubicBezTo>
                <a:cubicBezTo>
                  <a:pt x="220" y="64"/>
                  <a:pt x="221" y="63"/>
                  <a:pt x="221" y="63"/>
                </a:cubicBezTo>
                <a:cubicBezTo>
                  <a:pt x="216" y="65"/>
                  <a:pt x="222" y="64"/>
                  <a:pt x="217" y="66"/>
                </a:cubicBezTo>
                <a:cubicBezTo>
                  <a:pt x="217" y="65"/>
                  <a:pt x="218" y="65"/>
                  <a:pt x="218" y="64"/>
                </a:cubicBezTo>
                <a:cubicBezTo>
                  <a:pt x="213" y="68"/>
                  <a:pt x="214" y="68"/>
                  <a:pt x="210" y="70"/>
                </a:cubicBezTo>
                <a:cubicBezTo>
                  <a:pt x="209" y="69"/>
                  <a:pt x="209" y="69"/>
                  <a:pt x="209" y="69"/>
                </a:cubicBezTo>
                <a:cubicBezTo>
                  <a:pt x="209" y="69"/>
                  <a:pt x="207" y="71"/>
                  <a:pt x="205" y="72"/>
                </a:cubicBezTo>
                <a:cubicBezTo>
                  <a:pt x="205" y="72"/>
                  <a:pt x="207" y="72"/>
                  <a:pt x="204" y="74"/>
                </a:cubicBezTo>
                <a:cubicBezTo>
                  <a:pt x="204" y="73"/>
                  <a:pt x="205" y="72"/>
                  <a:pt x="203" y="73"/>
                </a:cubicBezTo>
                <a:cubicBezTo>
                  <a:pt x="201" y="75"/>
                  <a:pt x="199" y="76"/>
                  <a:pt x="198" y="77"/>
                </a:cubicBezTo>
                <a:cubicBezTo>
                  <a:pt x="199" y="76"/>
                  <a:pt x="202" y="75"/>
                  <a:pt x="198" y="78"/>
                </a:cubicBezTo>
                <a:cubicBezTo>
                  <a:pt x="199" y="78"/>
                  <a:pt x="201" y="77"/>
                  <a:pt x="203" y="75"/>
                </a:cubicBezTo>
                <a:cubicBezTo>
                  <a:pt x="203" y="76"/>
                  <a:pt x="196" y="80"/>
                  <a:pt x="194" y="81"/>
                </a:cubicBezTo>
                <a:cubicBezTo>
                  <a:pt x="197" y="79"/>
                  <a:pt x="196" y="79"/>
                  <a:pt x="197" y="77"/>
                </a:cubicBezTo>
                <a:cubicBezTo>
                  <a:pt x="194" y="79"/>
                  <a:pt x="195" y="78"/>
                  <a:pt x="192" y="80"/>
                </a:cubicBezTo>
                <a:cubicBezTo>
                  <a:pt x="191" y="80"/>
                  <a:pt x="192" y="80"/>
                  <a:pt x="192" y="81"/>
                </a:cubicBezTo>
                <a:cubicBezTo>
                  <a:pt x="187" y="83"/>
                  <a:pt x="184" y="85"/>
                  <a:pt x="179" y="89"/>
                </a:cubicBezTo>
                <a:cubicBezTo>
                  <a:pt x="179" y="89"/>
                  <a:pt x="180" y="89"/>
                  <a:pt x="180" y="89"/>
                </a:cubicBezTo>
                <a:cubicBezTo>
                  <a:pt x="181" y="88"/>
                  <a:pt x="181" y="88"/>
                  <a:pt x="183" y="87"/>
                </a:cubicBezTo>
                <a:cubicBezTo>
                  <a:pt x="182" y="88"/>
                  <a:pt x="182" y="89"/>
                  <a:pt x="182" y="90"/>
                </a:cubicBezTo>
                <a:cubicBezTo>
                  <a:pt x="179" y="91"/>
                  <a:pt x="178" y="93"/>
                  <a:pt x="177" y="92"/>
                </a:cubicBezTo>
                <a:cubicBezTo>
                  <a:pt x="176" y="94"/>
                  <a:pt x="174" y="95"/>
                  <a:pt x="172" y="96"/>
                </a:cubicBezTo>
                <a:cubicBezTo>
                  <a:pt x="171" y="96"/>
                  <a:pt x="173" y="94"/>
                  <a:pt x="173" y="94"/>
                </a:cubicBezTo>
                <a:cubicBezTo>
                  <a:pt x="169" y="96"/>
                  <a:pt x="172" y="96"/>
                  <a:pt x="171" y="97"/>
                </a:cubicBezTo>
                <a:cubicBezTo>
                  <a:pt x="171" y="97"/>
                  <a:pt x="172" y="96"/>
                  <a:pt x="173" y="95"/>
                </a:cubicBezTo>
                <a:cubicBezTo>
                  <a:pt x="173" y="96"/>
                  <a:pt x="169" y="100"/>
                  <a:pt x="173" y="97"/>
                </a:cubicBezTo>
                <a:cubicBezTo>
                  <a:pt x="171" y="99"/>
                  <a:pt x="166" y="102"/>
                  <a:pt x="166" y="101"/>
                </a:cubicBezTo>
                <a:cubicBezTo>
                  <a:pt x="169" y="98"/>
                  <a:pt x="167" y="98"/>
                  <a:pt x="169" y="97"/>
                </a:cubicBezTo>
                <a:cubicBezTo>
                  <a:pt x="168" y="96"/>
                  <a:pt x="165" y="99"/>
                  <a:pt x="163" y="101"/>
                </a:cubicBezTo>
                <a:cubicBezTo>
                  <a:pt x="163" y="101"/>
                  <a:pt x="162" y="101"/>
                  <a:pt x="162" y="101"/>
                </a:cubicBezTo>
                <a:cubicBezTo>
                  <a:pt x="162" y="101"/>
                  <a:pt x="163" y="100"/>
                  <a:pt x="163" y="100"/>
                </a:cubicBezTo>
                <a:cubicBezTo>
                  <a:pt x="163" y="100"/>
                  <a:pt x="162" y="100"/>
                  <a:pt x="161" y="101"/>
                </a:cubicBezTo>
                <a:cubicBezTo>
                  <a:pt x="162" y="102"/>
                  <a:pt x="162" y="102"/>
                  <a:pt x="158" y="102"/>
                </a:cubicBezTo>
                <a:cubicBezTo>
                  <a:pt x="157" y="104"/>
                  <a:pt x="161" y="102"/>
                  <a:pt x="157" y="105"/>
                </a:cubicBezTo>
                <a:cubicBezTo>
                  <a:pt x="157" y="104"/>
                  <a:pt x="155" y="105"/>
                  <a:pt x="154" y="106"/>
                </a:cubicBezTo>
                <a:cubicBezTo>
                  <a:pt x="157" y="105"/>
                  <a:pt x="154" y="107"/>
                  <a:pt x="154" y="107"/>
                </a:cubicBezTo>
                <a:cubicBezTo>
                  <a:pt x="152" y="109"/>
                  <a:pt x="153" y="108"/>
                  <a:pt x="151" y="109"/>
                </a:cubicBezTo>
                <a:cubicBezTo>
                  <a:pt x="151" y="109"/>
                  <a:pt x="153" y="108"/>
                  <a:pt x="152" y="108"/>
                </a:cubicBezTo>
                <a:cubicBezTo>
                  <a:pt x="152" y="108"/>
                  <a:pt x="152" y="108"/>
                  <a:pt x="151" y="108"/>
                </a:cubicBezTo>
                <a:cubicBezTo>
                  <a:pt x="150" y="109"/>
                  <a:pt x="151" y="109"/>
                  <a:pt x="150" y="110"/>
                </a:cubicBezTo>
                <a:cubicBezTo>
                  <a:pt x="150" y="111"/>
                  <a:pt x="153" y="108"/>
                  <a:pt x="150" y="111"/>
                </a:cubicBezTo>
                <a:cubicBezTo>
                  <a:pt x="151" y="111"/>
                  <a:pt x="154" y="109"/>
                  <a:pt x="154" y="108"/>
                </a:cubicBezTo>
                <a:cubicBezTo>
                  <a:pt x="154" y="109"/>
                  <a:pt x="156" y="108"/>
                  <a:pt x="156" y="108"/>
                </a:cubicBezTo>
                <a:cubicBezTo>
                  <a:pt x="154" y="110"/>
                  <a:pt x="154" y="109"/>
                  <a:pt x="153" y="110"/>
                </a:cubicBezTo>
                <a:cubicBezTo>
                  <a:pt x="152" y="111"/>
                  <a:pt x="149" y="113"/>
                  <a:pt x="149" y="114"/>
                </a:cubicBezTo>
                <a:cubicBezTo>
                  <a:pt x="150" y="113"/>
                  <a:pt x="153" y="110"/>
                  <a:pt x="154" y="111"/>
                </a:cubicBezTo>
                <a:cubicBezTo>
                  <a:pt x="151" y="113"/>
                  <a:pt x="152" y="113"/>
                  <a:pt x="153" y="113"/>
                </a:cubicBezTo>
                <a:cubicBezTo>
                  <a:pt x="153" y="113"/>
                  <a:pt x="152" y="113"/>
                  <a:pt x="152" y="113"/>
                </a:cubicBezTo>
                <a:cubicBezTo>
                  <a:pt x="152" y="113"/>
                  <a:pt x="152" y="114"/>
                  <a:pt x="152" y="114"/>
                </a:cubicBezTo>
                <a:cubicBezTo>
                  <a:pt x="150" y="114"/>
                  <a:pt x="153" y="111"/>
                  <a:pt x="149" y="114"/>
                </a:cubicBezTo>
                <a:cubicBezTo>
                  <a:pt x="149" y="116"/>
                  <a:pt x="146" y="119"/>
                  <a:pt x="150" y="117"/>
                </a:cubicBezTo>
                <a:cubicBezTo>
                  <a:pt x="149" y="118"/>
                  <a:pt x="149" y="118"/>
                  <a:pt x="149" y="118"/>
                </a:cubicBezTo>
                <a:cubicBezTo>
                  <a:pt x="147" y="120"/>
                  <a:pt x="146" y="119"/>
                  <a:pt x="147" y="118"/>
                </a:cubicBezTo>
                <a:cubicBezTo>
                  <a:pt x="144" y="118"/>
                  <a:pt x="140" y="124"/>
                  <a:pt x="138" y="124"/>
                </a:cubicBezTo>
                <a:cubicBezTo>
                  <a:pt x="139" y="124"/>
                  <a:pt x="136" y="126"/>
                  <a:pt x="136" y="127"/>
                </a:cubicBezTo>
                <a:cubicBezTo>
                  <a:pt x="137" y="127"/>
                  <a:pt x="140" y="125"/>
                  <a:pt x="143" y="122"/>
                </a:cubicBezTo>
                <a:cubicBezTo>
                  <a:pt x="143" y="122"/>
                  <a:pt x="143" y="122"/>
                  <a:pt x="143" y="122"/>
                </a:cubicBezTo>
                <a:cubicBezTo>
                  <a:pt x="144" y="121"/>
                  <a:pt x="142" y="123"/>
                  <a:pt x="144" y="123"/>
                </a:cubicBezTo>
                <a:cubicBezTo>
                  <a:pt x="142" y="122"/>
                  <a:pt x="139" y="127"/>
                  <a:pt x="138" y="126"/>
                </a:cubicBezTo>
                <a:cubicBezTo>
                  <a:pt x="135" y="128"/>
                  <a:pt x="135" y="129"/>
                  <a:pt x="134" y="130"/>
                </a:cubicBezTo>
                <a:cubicBezTo>
                  <a:pt x="137" y="129"/>
                  <a:pt x="137" y="128"/>
                  <a:pt x="139" y="127"/>
                </a:cubicBezTo>
                <a:cubicBezTo>
                  <a:pt x="139" y="128"/>
                  <a:pt x="140" y="127"/>
                  <a:pt x="139" y="128"/>
                </a:cubicBezTo>
                <a:cubicBezTo>
                  <a:pt x="140" y="128"/>
                  <a:pt x="141" y="127"/>
                  <a:pt x="141" y="127"/>
                </a:cubicBezTo>
                <a:cubicBezTo>
                  <a:pt x="142" y="126"/>
                  <a:pt x="142" y="126"/>
                  <a:pt x="142" y="126"/>
                </a:cubicBezTo>
                <a:cubicBezTo>
                  <a:pt x="143" y="125"/>
                  <a:pt x="144" y="125"/>
                  <a:pt x="146" y="123"/>
                </a:cubicBezTo>
                <a:cubicBezTo>
                  <a:pt x="147" y="121"/>
                  <a:pt x="151" y="120"/>
                  <a:pt x="154" y="116"/>
                </a:cubicBezTo>
                <a:cubicBezTo>
                  <a:pt x="159" y="114"/>
                  <a:pt x="160" y="110"/>
                  <a:pt x="162" y="111"/>
                </a:cubicBezTo>
                <a:cubicBezTo>
                  <a:pt x="165" y="107"/>
                  <a:pt x="169" y="106"/>
                  <a:pt x="173" y="103"/>
                </a:cubicBezTo>
                <a:cubicBezTo>
                  <a:pt x="175" y="101"/>
                  <a:pt x="172" y="103"/>
                  <a:pt x="174" y="102"/>
                </a:cubicBezTo>
                <a:cubicBezTo>
                  <a:pt x="175" y="101"/>
                  <a:pt x="176" y="101"/>
                  <a:pt x="178" y="100"/>
                </a:cubicBezTo>
                <a:cubicBezTo>
                  <a:pt x="174" y="104"/>
                  <a:pt x="169" y="106"/>
                  <a:pt x="163" y="111"/>
                </a:cubicBezTo>
                <a:cubicBezTo>
                  <a:pt x="166" y="111"/>
                  <a:pt x="178" y="99"/>
                  <a:pt x="183" y="98"/>
                </a:cubicBezTo>
                <a:cubicBezTo>
                  <a:pt x="183" y="98"/>
                  <a:pt x="180" y="101"/>
                  <a:pt x="183" y="99"/>
                </a:cubicBezTo>
                <a:cubicBezTo>
                  <a:pt x="183" y="100"/>
                  <a:pt x="177" y="103"/>
                  <a:pt x="177" y="104"/>
                </a:cubicBezTo>
                <a:cubicBezTo>
                  <a:pt x="173" y="106"/>
                  <a:pt x="172" y="108"/>
                  <a:pt x="168" y="110"/>
                </a:cubicBezTo>
                <a:cubicBezTo>
                  <a:pt x="168" y="111"/>
                  <a:pt x="168" y="111"/>
                  <a:pt x="168" y="111"/>
                </a:cubicBezTo>
                <a:cubicBezTo>
                  <a:pt x="170" y="109"/>
                  <a:pt x="173" y="108"/>
                  <a:pt x="176" y="106"/>
                </a:cubicBezTo>
                <a:cubicBezTo>
                  <a:pt x="175" y="107"/>
                  <a:pt x="175" y="107"/>
                  <a:pt x="176" y="107"/>
                </a:cubicBezTo>
                <a:cubicBezTo>
                  <a:pt x="173" y="109"/>
                  <a:pt x="173" y="109"/>
                  <a:pt x="169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6" y="114"/>
                  <a:pt x="163" y="116"/>
                  <a:pt x="159" y="119"/>
                </a:cubicBezTo>
                <a:cubicBezTo>
                  <a:pt x="160" y="120"/>
                  <a:pt x="165" y="115"/>
                  <a:pt x="166" y="114"/>
                </a:cubicBezTo>
                <a:cubicBezTo>
                  <a:pt x="167" y="114"/>
                  <a:pt x="166" y="114"/>
                  <a:pt x="166" y="114"/>
                </a:cubicBezTo>
                <a:cubicBezTo>
                  <a:pt x="164" y="116"/>
                  <a:pt x="168" y="113"/>
                  <a:pt x="168" y="114"/>
                </a:cubicBezTo>
                <a:cubicBezTo>
                  <a:pt x="169" y="112"/>
                  <a:pt x="172" y="111"/>
                  <a:pt x="175" y="108"/>
                </a:cubicBezTo>
                <a:cubicBezTo>
                  <a:pt x="175" y="109"/>
                  <a:pt x="174" y="110"/>
                  <a:pt x="174" y="110"/>
                </a:cubicBezTo>
                <a:cubicBezTo>
                  <a:pt x="176" y="108"/>
                  <a:pt x="181" y="104"/>
                  <a:pt x="183" y="104"/>
                </a:cubicBezTo>
                <a:cubicBezTo>
                  <a:pt x="185" y="102"/>
                  <a:pt x="189" y="100"/>
                  <a:pt x="190" y="98"/>
                </a:cubicBezTo>
                <a:cubicBezTo>
                  <a:pt x="191" y="98"/>
                  <a:pt x="196" y="95"/>
                  <a:pt x="199" y="93"/>
                </a:cubicBezTo>
                <a:cubicBezTo>
                  <a:pt x="199" y="93"/>
                  <a:pt x="198" y="94"/>
                  <a:pt x="198" y="94"/>
                </a:cubicBezTo>
                <a:cubicBezTo>
                  <a:pt x="203" y="90"/>
                  <a:pt x="208" y="88"/>
                  <a:pt x="215" y="83"/>
                </a:cubicBezTo>
                <a:cubicBezTo>
                  <a:pt x="214" y="84"/>
                  <a:pt x="214" y="85"/>
                  <a:pt x="215" y="84"/>
                </a:cubicBezTo>
                <a:cubicBezTo>
                  <a:pt x="218" y="83"/>
                  <a:pt x="214" y="85"/>
                  <a:pt x="215" y="85"/>
                </a:cubicBezTo>
                <a:cubicBezTo>
                  <a:pt x="212" y="86"/>
                  <a:pt x="211" y="87"/>
                  <a:pt x="208" y="88"/>
                </a:cubicBezTo>
                <a:cubicBezTo>
                  <a:pt x="206" y="89"/>
                  <a:pt x="209" y="88"/>
                  <a:pt x="209" y="89"/>
                </a:cubicBezTo>
                <a:cubicBezTo>
                  <a:pt x="204" y="91"/>
                  <a:pt x="202" y="93"/>
                  <a:pt x="200" y="95"/>
                </a:cubicBezTo>
                <a:cubicBezTo>
                  <a:pt x="198" y="95"/>
                  <a:pt x="196" y="97"/>
                  <a:pt x="194" y="98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0" y="100"/>
                  <a:pt x="188" y="102"/>
                  <a:pt x="184" y="105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3" y="105"/>
                  <a:pt x="182" y="106"/>
                  <a:pt x="182" y="106"/>
                </a:cubicBezTo>
                <a:cubicBezTo>
                  <a:pt x="182" y="106"/>
                  <a:pt x="175" y="111"/>
                  <a:pt x="170" y="115"/>
                </a:cubicBezTo>
                <a:cubicBezTo>
                  <a:pt x="170" y="115"/>
                  <a:pt x="170" y="115"/>
                  <a:pt x="170" y="115"/>
                </a:cubicBezTo>
                <a:cubicBezTo>
                  <a:pt x="164" y="119"/>
                  <a:pt x="167" y="119"/>
                  <a:pt x="161" y="123"/>
                </a:cubicBezTo>
                <a:cubicBezTo>
                  <a:pt x="162" y="123"/>
                  <a:pt x="161" y="124"/>
                  <a:pt x="162" y="123"/>
                </a:cubicBezTo>
                <a:cubicBezTo>
                  <a:pt x="161" y="124"/>
                  <a:pt x="156" y="128"/>
                  <a:pt x="156" y="128"/>
                </a:cubicBezTo>
                <a:cubicBezTo>
                  <a:pt x="155" y="128"/>
                  <a:pt x="156" y="129"/>
                  <a:pt x="155" y="130"/>
                </a:cubicBezTo>
                <a:cubicBezTo>
                  <a:pt x="152" y="130"/>
                  <a:pt x="154" y="128"/>
                  <a:pt x="154" y="127"/>
                </a:cubicBezTo>
                <a:cubicBezTo>
                  <a:pt x="151" y="129"/>
                  <a:pt x="154" y="128"/>
                  <a:pt x="151" y="131"/>
                </a:cubicBezTo>
                <a:cubicBezTo>
                  <a:pt x="151" y="131"/>
                  <a:pt x="152" y="130"/>
                  <a:pt x="152" y="131"/>
                </a:cubicBezTo>
                <a:cubicBezTo>
                  <a:pt x="149" y="133"/>
                  <a:pt x="150" y="133"/>
                  <a:pt x="148" y="135"/>
                </a:cubicBezTo>
                <a:cubicBezTo>
                  <a:pt x="146" y="136"/>
                  <a:pt x="146" y="137"/>
                  <a:pt x="145" y="138"/>
                </a:cubicBezTo>
                <a:cubicBezTo>
                  <a:pt x="145" y="137"/>
                  <a:pt x="145" y="137"/>
                  <a:pt x="142" y="139"/>
                </a:cubicBezTo>
                <a:cubicBezTo>
                  <a:pt x="140" y="141"/>
                  <a:pt x="144" y="138"/>
                  <a:pt x="143" y="139"/>
                </a:cubicBezTo>
                <a:cubicBezTo>
                  <a:pt x="142" y="140"/>
                  <a:pt x="139" y="142"/>
                  <a:pt x="141" y="141"/>
                </a:cubicBezTo>
                <a:cubicBezTo>
                  <a:pt x="141" y="141"/>
                  <a:pt x="139" y="143"/>
                  <a:pt x="139" y="142"/>
                </a:cubicBezTo>
                <a:cubicBezTo>
                  <a:pt x="138" y="144"/>
                  <a:pt x="137" y="145"/>
                  <a:pt x="135" y="148"/>
                </a:cubicBezTo>
                <a:cubicBezTo>
                  <a:pt x="139" y="145"/>
                  <a:pt x="143" y="141"/>
                  <a:pt x="147" y="137"/>
                </a:cubicBezTo>
                <a:cubicBezTo>
                  <a:pt x="149" y="137"/>
                  <a:pt x="147" y="138"/>
                  <a:pt x="149" y="137"/>
                </a:cubicBezTo>
                <a:cubicBezTo>
                  <a:pt x="151" y="135"/>
                  <a:pt x="151" y="135"/>
                  <a:pt x="151" y="134"/>
                </a:cubicBezTo>
                <a:cubicBezTo>
                  <a:pt x="154" y="132"/>
                  <a:pt x="152" y="134"/>
                  <a:pt x="151" y="135"/>
                </a:cubicBezTo>
                <a:cubicBezTo>
                  <a:pt x="152" y="135"/>
                  <a:pt x="154" y="133"/>
                  <a:pt x="156" y="132"/>
                </a:cubicBezTo>
                <a:cubicBezTo>
                  <a:pt x="153" y="132"/>
                  <a:pt x="159" y="128"/>
                  <a:pt x="161" y="127"/>
                </a:cubicBezTo>
                <a:cubicBezTo>
                  <a:pt x="163" y="125"/>
                  <a:pt x="159" y="129"/>
                  <a:pt x="157" y="130"/>
                </a:cubicBezTo>
                <a:cubicBezTo>
                  <a:pt x="159" y="130"/>
                  <a:pt x="156" y="132"/>
                  <a:pt x="156" y="133"/>
                </a:cubicBezTo>
                <a:cubicBezTo>
                  <a:pt x="155" y="134"/>
                  <a:pt x="150" y="138"/>
                  <a:pt x="150" y="139"/>
                </a:cubicBezTo>
                <a:cubicBezTo>
                  <a:pt x="148" y="140"/>
                  <a:pt x="146" y="141"/>
                  <a:pt x="145" y="143"/>
                </a:cubicBezTo>
                <a:cubicBezTo>
                  <a:pt x="144" y="143"/>
                  <a:pt x="145" y="143"/>
                  <a:pt x="145" y="142"/>
                </a:cubicBezTo>
                <a:cubicBezTo>
                  <a:pt x="144" y="145"/>
                  <a:pt x="143" y="144"/>
                  <a:pt x="141" y="145"/>
                </a:cubicBezTo>
                <a:cubicBezTo>
                  <a:pt x="139" y="147"/>
                  <a:pt x="142" y="145"/>
                  <a:pt x="142" y="146"/>
                </a:cubicBezTo>
                <a:cubicBezTo>
                  <a:pt x="140" y="147"/>
                  <a:pt x="141" y="147"/>
                  <a:pt x="139" y="148"/>
                </a:cubicBezTo>
                <a:cubicBezTo>
                  <a:pt x="138" y="148"/>
                  <a:pt x="138" y="147"/>
                  <a:pt x="140" y="145"/>
                </a:cubicBezTo>
                <a:cubicBezTo>
                  <a:pt x="140" y="145"/>
                  <a:pt x="139" y="145"/>
                  <a:pt x="139" y="145"/>
                </a:cubicBezTo>
                <a:cubicBezTo>
                  <a:pt x="137" y="148"/>
                  <a:pt x="135" y="150"/>
                  <a:pt x="136" y="151"/>
                </a:cubicBezTo>
                <a:cubicBezTo>
                  <a:pt x="134" y="153"/>
                  <a:pt x="135" y="151"/>
                  <a:pt x="133" y="152"/>
                </a:cubicBezTo>
                <a:cubicBezTo>
                  <a:pt x="133" y="153"/>
                  <a:pt x="134" y="153"/>
                  <a:pt x="131" y="156"/>
                </a:cubicBezTo>
                <a:cubicBezTo>
                  <a:pt x="131" y="155"/>
                  <a:pt x="131" y="155"/>
                  <a:pt x="130" y="155"/>
                </a:cubicBezTo>
                <a:cubicBezTo>
                  <a:pt x="130" y="156"/>
                  <a:pt x="129" y="157"/>
                  <a:pt x="129" y="158"/>
                </a:cubicBezTo>
                <a:cubicBezTo>
                  <a:pt x="125" y="161"/>
                  <a:pt x="122" y="164"/>
                  <a:pt x="119" y="167"/>
                </a:cubicBezTo>
                <a:cubicBezTo>
                  <a:pt x="118" y="168"/>
                  <a:pt x="118" y="168"/>
                  <a:pt x="118" y="168"/>
                </a:cubicBezTo>
                <a:cubicBezTo>
                  <a:pt x="116" y="169"/>
                  <a:pt x="117" y="169"/>
                  <a:pt x="115" y="171"/>
                </a:cubicBezTo>
                <a:cubicBezTo>
                  <a:pt x="113" y="171"/>
                  <a:pt x="111" y="174"/>
                  <a:pt x="109" y="175"/>
                </a:cubicBezTo>
                <a:cubicBezTo>
                  <a:pt x="110" y="174"/>
                  <a:pt x="110" y="174"/>
                  <a:pt x="110" y="173"/>
                </a:cubicBezTo>
                <a:cubicBezTo>
                  <a:pt x="114" y="170"/>
                  <a:pt x="118" y="163"/>
                  <a:pt x="121" y="162"/>
                </a:cubicBezTo>
                <a:cubicBezTo>
                  <a:pt x="125" y="157"/>
                  <a:pt x="129" y="153"/>
                  <a:pt x="133" y="151"/>
                </a:cubicBezTo>
                <a:cubicBezTo>
                  <a:pt x="134" y="150"/>
                  <a:pt x="134" y="149"/>
                  <a:pt x="134" y="149"/>
                </a:cubicBezTo>
                <a:cubicBezTo>
                  <a:pt x="134" y="148"/>
                  <a:pt x="130" y="152"/>
                  <a:pt x="130" y="150"/>
                </a:cubicBezTo>
                <a:cubicBezTo>
                  <a:pt x="131" y="150"/>
                  <a:pt x="131" y="150"/>
                  <a:pt x="131" y="150"/>
                </a:cubicBezTo>
                <a:cubicBezTo>
                  <a:pt x="133" y="149"/>
                  <a:pt x="133" y="148"/>
                  <a:pt x="135" y="147"/>
                </a:cubicBezTo>
                <a:cubicBezTo>
                  <a:pt x="126" y="153"/>
                  <a:pt x="125" y="155"/>
                  <a:pt x="119" y="161"/>
                </a:cubicBezTo>
                <a:cubicBezTo>
                  <a:pt x="118" y="160"/>
                  <a:pt x="122" y="157"/>
                  <a:pt x="123" y="155"/>
                </a:cubicBezTo>
                <a:cubicBezTo>
                  <a:pt x="121" y="157"/>
                  <a:pt x="123" y="155"/>
                  <a:pt x="121" y="156"/>
                </a:cubicBezTo>
                <a:cubicBezTo>
                  <a:pt x="121" y="155"/>
                  <a:pt x="123" y="153"/>
                  <a:pt x="123" y="153"/>
                </a:cubicBezTo>
                <a:cubicBezTo>
                  <a:pt x="125" y="151"/>
                  <a:pt x="125" y="153"/>
                  <a:pt x="123" y="155"/>
                </a:cubicBezTo>
                <a:cubicBezTo>
                  <a:pt x="123" y="155"/>
                  <a:pt x="127" y="151"/>
                  <a:pt x="125" y="153"/>
                </a:cubicBezTo>
                <a:cubicBezTo>
                  <a:pt x="128" y="151"/>
                  <a:pt x="128" y="151"/>
                  <a:pt x="131" y="148"/>
                </a:cubicBezTo>
                <a:cubicBezTo>
                  <a:pt x="132" y="145"/>
                  <a:pt x="130" y="145"/>
                  <a:pt x="125" y="149"/>
                </a:cubicBezTo>
                <a:cubicBezTo>
                  <a:pt x="120" y="156"/>
                  <a:pt x="111" y="162"/>
                  <a:pt x="106" y="170"/>
                </a:cubicBezTo>
                <a:cubicBezTo>
                  <a:pt x="104" y="170"/>
                  <a:pt x="103" y="171"/>
                  <a:pt x="102" y="172"/>
                </a:cubicBezTo>
                <a:cubicBezTo>
                  <a:pt x="101" y="173"/>
                  <a:pt x="100" y="174"/>
                  <a:pt x="100" y="174"/>
                </a:cubicBezTo>
                <a:cubicBezTo>
                  <a:pt x="100" y="175"/>
                  <a:pt x="100" y="175"/>
                  <a:pt x="99" y="176"/>
                </a:cubicBezTo>
                <a:cubicBezTo>
                  <a:pt x="100" y="176"/>
                  <a:pt x="100" y="176"/>
                  <a:pt x="100" y="175"/>
                </a:cubicBezTo>
                <a:cubicBezTo>
                  <a:pt x="101" y="176"/>
                  <a:pt x="99" y="176"/>
                  <a:pt x="100" y="177"/>
                </a:cubicBezTo>
                <a:cubicBezTo>
                  <a:pt x="99" y="176"/>
                  <a:pt x="98" y="175"/>
                  <a:pt x="97" y="175"/>
                </a:cubicBezTo>
                <a:cubicBezTo>
                  <a:pt x="97" y="175"/>
                  <a:pt x="97" y="176"/>
                  <a:pt x="97" y="176"/>
                </a:cubicBezTo>
                <a:cubicBezTo>
                  <a:pt x="97" y="175"/>
                  <a:pt x="96" y="177"/>
                  <a:pt x="96" y="176"/>
                </a:cubicBezTo>
                <a:cubicBezTo>
                  <a:pt x="97" y="175"/>
                  <a:pt x="97" y="174"/>
                  <a:pt x="98" y="175"/>
                </a:cubicBezTo>
                <a:cubicBezTo>
                  <a:pt x="98" y="174"/>
                  <a:pt x="97" y="174"/>
                  <a:pt x="98" y="174"/>
                </a:cubicBezTo>
                <a:cubicBezTo>
                  <a:pt x="97" y="173"/>
                  <a:pt x="96" y="175"/>
                  <a:pt x="95" y="176"/>
                </a:cubicBezTo>
                <a:cubicBezTo>
                  <a:pt x="95" y="176"/>
                  <a:pt x="95" y="177"/>
                  <a:pt x="94" y="177"/>
                </a:cubicBezTo>
                <a:cubicBezTo>
                  <a:pt x="95" y="178"/>
                  <a:pt x="95" y="177"/>
                  <a:pt x="96" y="177"/>
                </a:cubicBezTo>
                <a:cubicBezTo>
                  <a:pt x="95" y="178"/>
                  <a:pt x="95" y="178"/>
                  <a:pt x="94" y="178"/>
                </a:cubicBezTo>
                <a:cubicBezTo>
                  <a:pt x="94" y="179"/>
                  <a:pt x="95" y="179"/>
                  <a:pt x="95" y="179"/>
                </a:cubicBezTo>
                <a:cubicBezTo>
                  <a:pt x="94" y="179"/>
                  <a:pt x="92" y="179"/>
                  <a:pt x="92" y="180"/>
                </a:cubicBezTo>
                <a:cubicBezTo>
                  <a:pt x="92" y="180"/>
                  <a:pt x="92" y="180"/>
                  <a:pt x="93" y="180"/>
                </a:cubicBezTo>
                <a:cubicBezTo>
                  <a:pt x="93" y="180"/>
                  <a:pt x="93" y="181"/>
                  <a:pt x="93" y="181"/>
                </a:cubicBezTo>
                <a:cubicBezTo>
                  <a:pt x="92" y="181"/>
                  <a:pt x="92" y="180"/>
                  <a:pt x="92" y="181"/>
                </a:cubicBezTo>
                <a:cubicBezTo>
                  <a:pt x="91" y="181"/>
                  <a:pt x="92" y="181"/>
                  <a:pt x="92" y="181"/>
                </a:cubicBezTo>
                <a:cubicBezTo>
                  <a:pt x="92" y="182"/>
                  <a:pt x="91" y="181"/>
                  <a:pt x="91" y="182"/>
                </a:cubicBezTo>
                <a:cubicBezTo>
                  <a:pt x="90" y="182"/>
                  <a:pt x="90" y="183"/>
                  <a:pt x="89" y="183"/>
                </a:cubicBezTo>
                <a:cubicBezTo>
                  <a:pt x="89" y="183"/>
                  <a:pt x="90" y="182"/>
                  <a:pt x="90" y="183"/>
                </a:cubicBezTo>
                <a:cubicBezTo>
                  <a:pt x="89" y="183"/>
                  <a:pt x="89" y="183"/>
                  <a:pt x="88" y="183"/>
                </a:cubicBezTo>
                <a:cubicBezTo>
                  <a:pt x="87" y="184"/>
                  <a:pt x="88" y="184"/>
                  <a:pt x="88" y="184"/>
                </a:cubicBezTo>
                <a:cubicBezTo>
                  <a:pt x="87" y="184"/>
                  <a:pt x="87" y="186"/>
                  <a:pt x="86" y="186"/>
                </a:cubicBezTo>
                <a:cubicBezTo>
                  <a:pt x="86" y="186"/>
                  <a:pt x="86" y="186"/>
                  <a:pt x="86" y="186"/>
                </a:cubicBezTo>
                <a:cubicBezTo>
                  <a:pt x="86" y="186"/>
                  <a:pt x="86" y="186"/>
                  <a:pt x="85" y="186"/>
                </a:cubicBezTo>
                <a:cubicBezTo>
                  <a:pt x="85" y="186"/>
                  <a:pt x="86" y="186"/>
                  <a:pt x="86" y="186"/>
                </a:cubicBezTo>
                <a:cubicBezTo>
                  <a:pt x="84" y="188"/>
                  <a:pt x="83" y="190"/>
                  <a:pt x="81" y="192"/>
                </a:cubicBezTo>
                <a:cubicBezTo>
                  <a:pt x="81" y="192"/>
                  <a:pt x="81" y="192"/>
                  <a:pt x="81" y="192"/>
                </a:cubicBezTo>
                <a:cubicBezTo>
                  <a:pt x="81" y="193"/>
                  <a:pt x="82" y="192"/>
                  <a:pt x="81" y="193"/>
                </a:cubicBezTo>
                <a:cubicBezTo>
                  <a:pt x="81" y="193"/>
                  <a:pt x="81" y="193"/>
                  <a:pt x="81" y="193"/>
                </a:cubicBezTo>
                <a:cubicBezTo>
                  <a:pt x="80" y="193"/>
                  <a:pt x="80" y="194"/>
                  <a:pt x="80" y="193"/>
                </a:cubicBezTo>
                <a:cubicBezTo>
                  <a:pt x="79" y="193"/>
                  <a:pt x="81" y="192"/>
                  <a:pt x="80" y="192"/>
                </a:cubicBezTo>
                <a:cubicBezTo>
                  <a:pt x="80" y="191"/>
                  <a:pt x="80" y="192"/>
                  <a:pt x="80" y="192"/>
                </a:cubicBezTo>
                <a:cubicBezTo>
                  <a:pt x="79" y="191"/>
                  <a:pt x="80" y="191"/>
                  <a:pt x="81" y="190"/>
                </a:cubicBezTo>
                <a:cubicBezTo>
                  <a:pt x="81" y="191"/>
                  <a:pt x="80" y="191"/>
                  <a:pt x="81" y="191"/>
                </a:cubicBezTo>
                <a:cubicBezTo>
                  <a:pt x="81" y="191"/>
                  <a:pt x="82" y="191"/>
                  <a:pt x="82" y="190"/>
                </a:cubicBezTo>
                <a:cubicBezTo>
                  <a:pt x="82" y="190"/>
                  <a:pt x="81" y="191"/>
                  <a:pt x="81" y="190"/>
                </a:cubicBezTo>
                <a:cubicBezTo>
                  <a:pt x="81" y="189"/>
                  <a:pt x="82" y="190"/>
                  <a:pt x="82" y="190"/>
                </a:cubicBezTo>
                <a:cubicBezTo>
                  <a:pt x="83" y="189"/>
                  <a:pt x="82" y="189"/>
                  <a:pt x="81" y="189"/>
                </a:cubicBezTo>
                <a:cubicBezTo>
                  <a:pt x="81" y="189"/>
                  <a:pt x="81" y="190"/>
                  <a:pt x="81" y="190"/>
                </a:cubicBezTo>
                <a:cubicBezTo>
                  <a:pt x="80" y="190"/>
                  <a:pt x="82" y="188"/>
                  <a:pt x="82" y="188"/>
                </a:cubicBezTo>
                <a:cubicBezTo>
                  <a:pt x="83" y="188"/>
                  <a:pt x="82" y="189"/>
                  <a:pt x="82" y="189"/>
                </a:cubicBezTo>
                <a:cubicBezTo>
                  <a:pt x="83" y="189"/>
                  <a:pt x="83" y="188"/>
                  <a:pt x="83" y="189"/>
                </a:cubicBezTo>
                <a:cubicBezTo>
                  <a:pt x="83" y="188"/>
                  <a:pt x="83" y="188"/>
                  <a:pt x="83" y="187"/>
                </a:cubicBezTo>
                <a:cubicBezTo>
                  <a:pt x="86" y="183"/>
                  <a:pt x="86" y="183"/>
                  <a:pt x="86" y="183"/>
                </a:cubicBezTo>
                <a:cubicBezTo>
                  <a:pt x="86" y="184"/>
                  <a:pt x="86" y="183"/>
                  <a:pt x="87" y="184"/>
                </a:cubicBezTo>
                <a:cubicBezTo>
                  <a:pt x="87" y="183"/>
                  <a:pt x="87" y="183"/>
                  <a:pt x="86" y="183"/>
                </a:cubicBezTo>
                <a:cubicBezTo>
                  <a:pt x="87" y="183"/>
                  <a:pt x="86" y="182"/>
                  <a:pt x="87" y="182"/>
                </a:cubicBezTo>
                <a:cubicBezTo>
                  <a:pt x="87" y="182"/>
                  <a:pt x="87" y="182"/>
                  <a:pt x="87" y="183"/>
                </a:cubicBezTo>
                <a:cubicBezTo>
                  <a:pt x="88" y="182"/>
                  <a:pt x="87" y="182"/>
                  <a:pt x="87" y="182"/>
                </a:cubicBezTo>
                <a:cubicBezTo>
                  <a:pt x="89" y="179"/>
                  <a:pt x="92" y="175"/>
                  <a:pt x="95" y="172"/>
                </a:cubicBezTo>
                <a:cubicBezTo>
                  <a:pt x="95" y="172"/>
                  <a:pt x="95" y="172"/>
                  <a:pt x="95" y="172"/>
                </a:cubicBezTo>
                <a:cubicBezTo>
                  <a:pt x="95" y="172"/>
                  <a:pt x="95" y="171"/>
                  <a:pt x="95" y="171"/>
                </a:cubicBezTo>
                <a:cubicBezTo>
                  <a:pt x="95" y="170"/>
                  <a:pt x="95" y="171"/>
                  <a:pt x="95" y="171"/>
                </a:cubicBezTo>
                <a:cubicBezTo>
                  <a:pt x="95" y="171"/>
                  <a:pt x="95" y="171"/>
                  <a:pt x="95" y="170"/>
                </a:cubicBezTo>
                <a:cubicBezTo>
                  <a:pt x="94" y="170"/>
                  <a:pt x="94" y="170"/>
                  <a:pt x="94" y="171"/>
                </a:cubicBezTo>
                <a:cubicBezTo>
                  <a:pt x="93" y="170"/>
                  <a:pt x="94" y="169"/>
                  <a:pt x="95" y="169"/>
                </a:cubicBezTo>
                <a:cubicBezTo>
                  <a:pt x="95" y="169"/>
                  <a:pt x="94" y="169"/>
                  <a:pt x="95" y="170"/>
                </a:cubicBezTo>
                <a:cubicBezTo>
                  <a:pt x="95" y="170"/>
                  <a:pt x="95" y="169"/>
                  <a:pt x="95" y="169"/>
                </a:cubicBezTo>
                <a:cubicBezTo>
                  <a:pt x="96" y="170"/>
                  <a:pt x="95" y="170"/>
                  <a:pt x="95" y="170"/>
                </a:cubicBezTo>
                <a:cubicBezTo>
                  <a:pt x="96" y="170"/>
                  <a:pt x="96" y="170"/>
                  <a:pt x="96" y="170"/>
                </a:cubicBezTo>
                <a:cubicBezTo>
                  <a:pt x="96" y="168"/>
                  <a:pt x="103" y="164"/>
                  <a:pt x="102" y="163"/>
                </a:cubicBezTo>
                <a:cubicBezTo>
                  <a:pt x="105" y="161"/>
                  <a:pt x="102" y="163"/>
                  <a:pt x="105" y="161"/>
                </a:cubicBezTo>
                <a:cubicBezTo>
                  <a:pt x="107" y="157"/>
                  <a:pt x="113" y="152"/>
                  <a:pt x="118" y="147"/>
                </a:cubicBezTo>
                <a:cubicBezTo>
                  <a:pt x="116" y="151"/>
                  <a:pt x="121" y="145"/>
                  <a:pt x="123" y="143"/>
                </a:cubicBezTo>
                <a:cubicBezTo>
                  <a:pt x="123" y="143"/>
                  <a:pt x="123" y="143"/>
                  <a:pt x="123" y="143"/>
                </a:cubicBezTo>
                <a:cubicBezTo>
                  <a:pt x="124" y="142"/>
                  <a:pt x="124" y="143"/>
                  <a:pt x="126" y="141"/>
                </a:cubicBezTo>
                <a:cubicBezTo>
                  <a:pt x="124" y="141"/>
                  <a:pt x="130" y="137"/>
                  <a:pt x="128" y="138"/>
                </a:cubicBezTo>
                <a:cubicBezTo>
                  <a:pt x="129" y="136"/>
                  <a:pt x="131" y="136"/>
                  <a:pt x="131" y="136"/>
                </a:cubicBezTo>
                <a:cubicBezTo>
                  <a:pt x="132" y="135"/>
                  <a:pt x="131" y="135"/>
                  <a:pt x="131" y="135"/>
                </a:cubicBezTo>
                <a:cubicBezTo>
                  <a:pt x="133" y="134"/>
                  <a:pt x="133" y="133"/>
                  <a:pt x="136" y="131"/>
                </a:cubicBezTo>
                <a:cubicBezTo>
                  <a:pt x="135" y="132"/>
                  <a:pt x="136" y="132"/>
                  <a:pt x="137" y="131"/>
                </a:cubicBezTo>
                <a:cubicBezTo>
                  <a:pt x="141" y="128"/>
                  <a:pt x="136" y="130"/>
                  <a:pt x="139" y="128"/>
                </a:cubicBezTo>
                <a:cubicBezTo>
                  <a:pt x="138" y="128"/>
                  <a:pt x="136" y="130"/>
                  <a:pt x="135" y="130"/>
                </a:cubicBezTo>
                <a:cubicBezTo>
                  <a:pt x="134" y="131"/>
                  <a:pt x="134" y="132"/>
                  <a:pt x="134" y="132"/>
                </a:cubicBezTo>
                <a:cubicBezTo>
                  <a:pt x="130" y="134"/>
                  <a:pt x="128" y="137"/>
                  <a:pt x="123" y="141"/>
                </a:cubicBezTo>
                <a:cubicBezTo>
                  <a:pt x="122" y="141"/>
                  <a:pt x="121" y="143"/>
                  <a:pt x="122" y="141"/>
                </a:cubicBezTo>
                <a:cubicBezTo>
                  <a:pt x="121" y="142"/>
                  <a:pt x="120" y="143"/>
                  <a:pt x="117" y="145"/>
                </a:cubicBezTo>
                <a:cubicBezTo>
                  <a:pt x="121" y="141"/>
                  <a:pt x="127" y="135"/>
                  <a:pt x="130" y="134"/>
                </a:cubicBezTo>
                <a:cubicBezTo>
                  <a:pt x="131" y="133"/>
                  <a:pt x="130" y="132"/>
                  <a:pt x="131" y="132"/>
                </a:cubicBezTo>
                <a:cubicBezTo>
                  <a:pt x="129" y="133"/>
                  <a:pt x="130" y="133"/>
                  <a:pt x="128" y="135"/>
                </a:cubicBezTo>
                <a:cubicBezTo>
                  <a:pt x="131" y="131"/>
                  <a:pt x="126" y="134"/>
                  <a:pt x="127" y="132"/>
                </a:cubicBezTo>
                <a:cubicBezTo>
                  <a:pt x="125" y="133"/>
                  <a:pt x="125" y="133"/>
                  <a:pt x="125" y="133"/>
                </a:cubicBezTo>
                <a:cubicBezTo>
                  <a:pt x="124" y="134"/>
                  <a:pt x="127" y="133"/>
                  <a:pt x="125" y="135"/>
                </a:cubicBezTo>
                <a:cubicBezTo>
                  <a:pt x="126" y="134"/>
                  <a:pt x="126" y="134"/>
                  <a:pt x="126" y="134"/>
                </a:cubicBezTo>
                <a:cubicBezTo>
                  <a:pt x="113" y="146"/>
                  <a:pt x="113" y="146"/>
                  <a:pt x="113" y="146"/>
                </a:cubicBezTo>
                <a:cubicBezTo>
                  <a:pt x="112" y="146"/>
                  <a:pt x="112" y="146"/>
                  <a:pt x="113" y="145"/>
                </a:cubicBezTo>
                <a:cubicBezTo>
                  <a:pt x="111" y="147"/>
                  <a:pt x="111" y="147"/>
                  <a:pt x="111" y="147"/>
                </a:cubicBezTo>
                <a:cubicBezTo>
                  <a:pt x="111" y="148"/>
                  <a:pt x="112" y="146"/>
                  <a:pt x="113" y="146"/>
                </a:cubicBezTo>
                <a:cubicBezTo>
                  <a:pt x="113" y="147"/>
                  <a:pt x="111" y="147"/>
                  <a:pt x="110" y="148"/>
                </a:cubicBezTo>
                <a:cubicBezTo>
                  <a:pt x="106" y="153"/>
                  <a:pt x="106" y="153"/>
                  <a:pt x="106" y="153"/>
                </a:cubicBezTo>
                <a:cubicBezTo>
                  <a:pt x="106" y="150"/>
                  <a:pt x="103" y="155"/>
                  <a:pt x="100" y="157"/>
                </a:cubicBezTo>
                <a:cubicBezTo>
                  <a:pt x="101" y="156"/>
                  <a:pt x="104" y="154"/>
                  <a:pt x="104" y="152"/>
                </a:cubicBezTo>
                <a:cubicBezTo>
                  <a:pt x="108" y="149"/>
                  <a:pt x="109" y="148"/>
                  <a:pt x="111" y="145"/>
                </a:cubicBezTo>
                <a:cubicBezTo>
                  <a:pt x="110" y="145"/>
                  <a:pt x="109" y="147"/>
                  <a:pt x="108" y="148"/>
                </a:cubicBezTo>
                <a:cubicBezTo>
                  <a:pt x="108" y="145"/>
                  <a:pt x="106" y="148"/>
                  <a:pt x="103" y="152"/>
                </a:cubicBezTo>
                <a:cubicBezTo>
                  <a:pt x="105" y="150"/>
                  <a:pt x="103" y="150"/>
                  <a:pt x="101" y="151"/>
                </a:cubicBezTo>
                <a:cubicBezTo>
                  <a:pt x="103" y="149"/>
                  <a:pt x="103" y="149"/>
                  <a:pt x="104" y="149"/>
                </a:cubicBezTo>
                <a:cubicBezTo>
                  <a:pt x="105" y="148"/>
                  <a:pt x="105" y="147"/>
                  <a:pt x="107" y="145"/>
                </a:cubicBezTo>
                <a:cubicBezTo>
                  <a:pt x="108" y="144"/>
                  <a:pt x="108" y="146"/>
                  <a:pt x="109" y="144"/>
                </a:cubicBezTo>
                <a:cubicBezTo>
                  <a:pt x="111" y="142"/>
                  <a:pt x="109" y="141"/>
                  <a:pt x="113" y="139"/>
                </a:cubicBezTo>
                <a:cubicBezTo>
                  <a:pt x="113" y="139"/>
                  <a:pt x="111" y="141"/>
                  <a:pt x="111" y="141"/>
                </a:cubicBezTo>
                <a:cubicBezTo>
                  <a:pt x="114" y="139"/>
                  <a:pt x="114" y="138"/>
                  <a:pt x="113" y="138"/>
                </a:cubicBezTo>
                <a:cubicBezTo>
                  <a:pt x="115" y="136"/>
                  <a:pt x="115" y="137"/>
                  <a:pt x="115" y="137"/>
                </a:cubicBezTo>
                <a:cubicBezTo>
                  <a:pt x="115" y="136"/>
                  <a:pt x="118" y="134"/>
                  <a:pt x="118" y="133"/>
                </a:cubicBezTo>
                <a:cubicBezTo>
                  <a:pt x="118" y="133"/>
                  <a:pt x="116" y="134"/>
                  <a:pt x="115" y="135"/>
                </a:cubicBezTo>
                <a:cubicBezTo>
                  <a:pt x="116" y="134"/>
                  <a:pt x="116" y="134"/>
                  <a:pt x="117" y="132"/>
                </a:cubicBezTo>
                <a:cubicBezTo>
                  <a:pt x="115" y="134"/>
                  <a:pt x="115" y="134"/>
                  <a:pt x="116" y="132"/>
                </a:cubicBezTo>
                <a:cubicBezTo>
                  <a:pt x="115" y="132"/>
                  <a:pt x="115" y="132"/>
                  <a:pt x="115" y="132"/>
                </a:cubicBezTo>
                <a:cubicBezTo>
                  <a:pt x="114" y="133"/>
                  <a:pt x="113" y="134"/>
                  <a:pt x="112" y="135"/>
                </a:cubicBezTo>
                <a:cubicBezTo>
                  <a:pt x="111" y="136"/>
                  <a:pt x="112" y="134"/>
                  <a:pt x="109" y="137"/>
                </a:cubicBezTo>
                <a:cubicBezTo>
                  <a:pt x="111" y="135"/>
                  <a:pt x="109" y="136"/>
                  <a:pt x="110" y="134"/>
                </a:cubicBezTo>
                <a:cubicBezTo>
                  <a:pt x="112" y="133"/>
                  <a:pt x="110" y="133"/>
                  <a:pt x="111" y="133"/>
                </a:cubicBezTo>
                <a:cubicBezTo>
                  <a:pt x="112" y="131"/>
                  <a:pt x="115" y="128"/>
                  <a:pt x="116" y="127"/>
                </a:cubicBezTo>
                <a:cubicBezTo>
                  <a:pt x="118" y="126"/>
                  <a:pt x="119" y="125"/>
                  <a:pt x="120" y="126"/>
                </a:cubicBezTo>
                <a:cubicBezTo>
                  <a:pt x="121" y="125"/>
                  <a:pt x="121" y="124"/>
                  <a:pt x="121" y="124"/>
                </a:cubicBezTo>
                <a:cubicBezTo>
                  <a:pt x="121" y="124"/>
                  <a:pt x="119" y="125"/>
                  <a:pt x="119" y="124"/>
                </a:cubicBezTo>
                <a:cubicBezTo>
                  <a:pt x="122" y="121"/>
                  <a:pt x="125" y="119"/>
                  <a:pt x="126" y="117"/>
                </a:cubicBezTo>
                <a:cubicBezTo>
                  <a:pt x="127" y="116"/>
                  <a:pt x="127" y="116"/>
                  <a:pt x="128" y="116"/>
                </a:cubicBezTo>
                <a:cubicBezTo>
                  <a:pt x="142" y="104"/>
                  <a:pt x="148" y="99"/>
                  <a:pt x="162" y="88"/>
                </a:cubicBezTo>
                <a:cubicBezTo>
                  <a:pt x="163" y="89"/>
                  <a:pt x="163" y="89"/>
                  <a:pt x="164" y="88"/>
                </a:cubicBezTo>
                <a:cubicBezTo>
                  <a:pt x="166" y="86"/>
                  <a:pt x="163" y="88"/>
                  <a:pt x="163" y="88"/>
                </a:cubicBezTo>
                <a:cubicBezTo>
                  <a:pt x="175" y="79"/>
                  <a:pt x="184" y="73"/>
                  <a:pt x="197" y="65"/>
                </a:cubicBezTo>
                <a:cubicBezTo>
                  <a:pt x="197" y="65"/>
                  <a:pt x="196" y="65"/>
                  <a:pt x="195" y="66"/>
                </a:cubicBezTo>
                <a:cubicBezTo>
                  <a:pt x="196" y="65"/>
                  <a:pt x="197" y="65"/>
                  <a:pt x="199" y="63"/>
                </a:cubicBezTo>
                <a:cubicBezTo>
                  <a:pt x="199" y="64"/>
                  <a:pt x="199" y="64"/>
                  <a:pt x="201" y="63"/>
                </a:cubicBezTo>
                <a:cubicBezTo>
                  <a:pt x="202" y="63"/>
                  <a:pt x="201" y="62"/>
                  <a:pt x="201" y="62"/>
                </a:cubicBezTo>
                <a:cubicBezTo>
                  <a:pt x="203" y="61"/>
                  <a:pt x="203" y="61"/>
                  <a:pt x="203" y="62"/>
                </a:cubicBezTo>
                <a:cubicBezTo>
                  <a:pt x="207" y="60"/>
                  <a:pt x="211" y="58"/>
                  <a:pt x="214" y="56"/>
                </a:cubicBezTo>
                <a:cubicBezTo>
                  <a:pt x="213" y="56"/>
                  <a:pt x="212" y="57"/>
                  <a:pt x="210" y="57"/>
                </a:cubicBezTo>
                <a:cubicBezTo>
                  <a:pt x="214" y="54"/>
                  <a:pt x="214" y="57"/>
                  <a:pt x="222" y="53"/>
                </a:cubicBezTo>
                <a:cubicBezTo>
                  <a:pt x="222" y="52"/>
                  <a:pt x="218" y="54"/>
                  <a:pt x="217" y="54"/>
                </a:cubicBezTo>
                <a:cubicBezTo>
                  <a:pt x="219" y="52"/>
                  <a:pt x="216" y="54"/>
                  <a:pt x="216" y="53"/>
                </a:cubicBezTo>
                <a:cubicBezTo>
                  <a:pt x="215" y="53"/>
                  <a:pt x="214" y="54"/>
                  <a:pt x="214" y="54"/>
                </a:cubicBezTo>
                <a:cubicBezTo>
                  <a:pt x="212" y="54"/>
                  <a:pt x="215" y="53"/>
                  <a:pt x="210" y="56"/>
                </a:cubicBezTo>
                <a:cubicBezTo>
                  <a:pt x="211" y="54"/>
                  <a:pt x="217" y="52"/>
                  <a:pt x="219" y="50"/>
                </a:cubicBezTo>
                <a:cubicBezTo>
                  <a:pt x="220" y="50"/>
                  <a:pt x="219" y="51"/>
                  <a:pt x="221" y="50"/>
                </a:cubicBezTo>
                <a:cubicBezTo>
                  <a:pt x="227" y="46"/>
                  <a:pt x="237" y="41"/>
                  <a:pt x="245" y="39"/>
                </a:cubicBezTo>
                <a:cubicBezTo>
                  <a:pt x="246" y="40"/>
                  <a:pt x="242" y="40"/>
                  <a:pt x="241" y="41"/>
                </a:cubicBezTo>
                <a:cubicBezTo>
                  <a:pt x="242" y="41"/>
                  <a:pt x="244" y="40"/>
                  <a:pt x="245" y="40"/>
                </a:cubicBezTo>
                <a:cubicBezTo>
                  <a:pt x="247" y="39"/>
                  <a:pt x="249" y="39"/>
                  <a:pt x="254" y="37"/>
                </a:cubicBezTo>
                <a:cubicBezTo>
                  <a:pt x="252" y="37"/>
                  <a:pt x="247" y="38"/>
                  <a:pt x="253" y="36"/>
                </a:cubicBezTo>
                <a:cubicBezTo>
                  <a:pt x="252" y="36"/>
                  <a:pt x="250" y="37"/>
                  <a:pt x="251" y="36"/>
                </a:cubicBezTo>
                <a:cubicBezTo>
                  <a:pt x="252" y="36"/>
                  <a:pt x="254" y="35"/>
                  <a:pt x="255" y="35"/>
                </a:cubicBezTo>
                <a:cubicBezTo>
                  <a:pt x="257" y="35"/>
                  <a:pt x="255" y="34"/>
                  <a:pt x="258" y="33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63" y="32"/>
                  <a:pt x="265" y="32"/>
                  <a:pt x="267" y="31"/>
                </a:cubicBezTo>
                <a:cubicBezTo>
                  <a:pt x="273" y="28"/>
                  <a:pt x="273" y="30"/>
                  <a:pt x="279" y="27"/>
                </a:cubicBezTo>
                <a:cubicBezTo>
                  <a:pt x="280" y="27"/>
                  <a:pt x="279" y="27"/>
                  <a:pt x="279" y="28"/>
                </a:cubicBezTo>
                <a:cubicBezTo>
                  <a:pt x="282" y="27"/>
                  <a:pt x="285" y="26"/>
                  <a:pt x="285" y="25"/>
                </a:cubicBezTo>
                <a:cubicBezTo>
                  <a:pt x="288" y="26"/>
                  <a:pt x="294" y="23"/>
                  <a:pt x="301" y="22"/>
                </a:cubicBezTo>
                <a:cubicBezTo>
                  <a:pt x="301" y="21"/>
                  <a:pt x="301" y="21"/>
                  <a:pt x="301" y="21"/>
                </a:cubicBezTo>
                <a:cubicBezTo>
                  <a:pt x="301" y="21"/>
                  <a:pt x="297" y="22"/>
                  <a:pt x="296" y="22"/>
                </a:cubicBezTo>
                <a:cubicBezTo>
                  <a:pt x="298" y="21"/>
                  <a:pt x="297" y="22"/>
                  <a:pt x="298" y="21"/>
                </a:cubicBezTo>
                <a:cubicBezTo>
                  <a:pt x="301" y="20"/>
                  <a:pt x="301" y="20"/>
                  <a:pt x="301" y="20"/>
                </a:cubicBezTo>
                <a:cubicBezTo>
                  <a:pt x="301" y="20"/>
                  <a:pt x="297" y="21"/>
                  <a:pt x="297" y="21"/>
                </a:cubicBezTo>
                <a:cubicBezTo>
                  <a:pt x="300" y="19"/>
                  <a:pt x="301" y="19"/>
                  <a:pt x="305" y="18"/>
                </a:cubicBezTo>
                <a:cubicBezTo>
                  <a:pt x="305" y="19"/>
                  <a:pt x="307" y="18"/>
                  <a:pt x="306" y="19"/>
                </a:cubicBezTo>
                <a:cubicBezTo>
                  <a:pt x="308" y="18"/>
                  <a:pt x="309" y="17"/>
                  <a:pt x="309" y="18"/>
                </a:cubicBezTo>
                <a:cubicBezTo>
                  <a:pt x="316" y="16"/>
                  <a:pt x="316" y="16"/>
                  <a:pt x="322" y="15"/>
                </a:cubicBezTo>
                <a:cubicBezTo>
                  <a:pt x="325" y="15"/>
                  <a:pt x="325" y="14"/>
                  <a:pt x="327" y="13"/>
                </a:cubicBezTo>
                <a:cubicBezTo>
                  <a:pt x="329" y="12"/>
                  <a:pt x="329" y="13"/>
                  <a:pt x="330" y="13"/>
                </a:cubicBezTo>
                <a:cubicBezTo>
                  <a:pt x="332" y="13"/>
                  <a:pt x="332" y="12"/>
                  <a:pt x="334" y="12"/>
                </a:cubicBezTo>
                <a:cubicBezTo>
                  <a:pt x="336" y="12"/>
                  <a:pt x="338" y="11"/>
                  <a:pt x="338" y="12"/>
                </a:cubicBezTo>
                <a:cubicBezTo>
                  <a:pt x="337" y="12"/>
                  <a:pt x="338" y="12"/>
                  <a:pt x="337" y="12"/>
                </a:cubicBezTo>
                <a:cubicBezTo>
                  <a:pt x="337" y="12"/>
                  <a:pt x="336" y="12"/>
                  <a:pt x="336" y="12"/>
                </a:cubicBezTo>
                <a:cubicBezTo>
                  <a:pt x="336" y="13"/>
                  <a:pt x="340" y="11"/>
                  <a:pt x="341" y="12"/>
                </a:cubicBezTo>
                <a:cubicBezTo>
                  <a:pt x="343" y="12"/>
                  <a:pt x="337" y="12"/>
                  <a:pt x="340" y="11"/>
                </a:cubicBezTo>
                <a:cubicBezTo>
                  <a:pt x="342" y="11"/>
                  <a:pt x="342" y="11"/>
                  <a:pt x="342" y="11"/>
                </a:cubicBezTo>
                <a:cubicBezTo>
                  <a:pt x="344" y="11"/>
                  <a:pt x="344" y="11"/>
                  <a:pt x="345" y="11"/>
                </a:cubicBezTo>
                <a:cubicBezTo>
                  <a:pt x="346" y="10"/>
                  <a:pt x="340" y="11"/>
                  <a:pt x="342" y="10"/>
                </a:cubicBezTo>
                <a:cubicBezTo>
                  <a:pt x="347" y="10"/>
                  <a:pt x="347" y="10"/>
                  <a:pt x="347" y="10"/>
                </a:cubicBezTo>
                <a:cubicBezTo>
                  <a:pt x="347" y="9"/>
                  <a:pt x="347" y="9"/>
                  <a:pt x="345" y="9"/>
                </a:cubicBezTo>
                <a:cubicBezTo>
                  <a:pt x="349" y="8"/>
                  <a:pt x="350" y="10"/>
                  <a:pt x="354" y="10"/>
                </a:cubicBezTo>
                <a:cubicBezTo>
                  <a:pt x="356" y="10"/>
                  <a:pt x="358" y="9"/>
                  <a:pt x="360" y="9"/>
                </a:cubicBezTo>
                <a:cubicBezTo>
                  <a:pt x="361" y="9"/>
                  <a:pt x="359" y="9"/>
                  <a:pt x="361" y="9"/>
                </a:cubicBezTo>
                <a:cubicBezTo>
                  <a:pt x="360" y="9"/>
                  <a:pt x="359" y="9"/>
                  <a:pt x="358" y="9"/>
                </a:cubicBezTo>
                <a:cubicBezTo>
                  <a:pt x="355" y="8"/>
                  <a:pt x="363" y="8"/>
                  <a:pt x="360" y="8"/>
                </a:cubicBezTo>
                <a:cubicBezTo>
                  <a:pt x="361" y="7"/>
                  <a:pt x="362" y="9"/>
                  <a:pt x="364" y="8"/>
                </a:cubicBezTo>
                <a:cubicBezTo>
                  <a:pt x="367" y="8"/>
                  <a:pt x="362" y="8"/>
                  <a:pt x="363" y="7"/>
                </a:cubicBezTo>
                <a:cubicBezTo>
                  <a:pt x="364" y="7"/>
                  <a:pt x="365" y="7"/>
                  <a:pt x="365" y="7"/>
                </a:cubicBezTo>
                <a:cubicBezTo>
                  <a:pt x="366" y="7"/>
                  <a:pt x="367" y="8"/>
                  <a:pt x="367" y="8"/>
                </a:cubicBezTo>
                <a:cubicBezTo>
                  <a:pt x="367" y="9"/>
                  <a:pt x="370" y="8"/>
                  <a:pt x="371" y="9"/>
                </a:cubicBezTo>
                <a:cubicBezTo>
                  <a:pt x="374" y="8"/>
                  <a:pt x="371" y="8"/>
                  <a:pt x="372" y="8"/>
                </a:cubicBezTo>
                <a:cubicBezTo>
                  <a:pt x="372" y="7"/>
                  <a:pt x="371" y="8"/>
                  <a:pt x="371" y="8"/>
                </a:cubicBezTo>
                <a:cubicBezTo>
                  <a:pt x="371" y="7"/>
                  <a:pt x="379" y="9"/>
                  <a:pt x="381" y="7"/>
                </a:cubicBezTo>
                <a:cubicBezTo>
                  <a:pt x="384" y="7"/>
                  <a:pt x="386" y="8"/>
                  <a:pt x="390" y="7"/>
                </a:cubicBezTo>
                <a:cubicBezTo>
                  <a:pt x="390" y="7"/>
                  <a:pt x="389" y="7"/>
                  <a:pt x="390" y="7"/>
                </a:cubicBezTo>
                <a:cubicBezTo>
                  <a:pt x="387" y="6"/>
                  <a:pt x="389" y="6"/>
                  <a:pt x="386" y="5"/>
                </a:cubicBezTo>
                <a:cubicBezTo>
                  <a:pt x="388" y="6"/>
                  <a:pt x="389" y="7"/>
                  <a:pt x="391" y="6"/>
                </a:cubicBezTo>
                <a:cubicBezTo>
                  <a:pt x="392" y="6"/>
                  <a:pt x="392" y="7"/>
                  <a:pt x="394" y="7"/>
                </a:cubicBezTo>
                <a:cubicBezTo>
                  <a:pt x="395" y="7"/>
                  <a:pt x="395" y="6"/>
                  <a:pt x="395" y="6"/>
                </a:cubicBezTo>
                <a:cubicBezTo>
                  <a:pt x="396" y="6"/>
                  <a:pt x="399" y="6"/>
                  <a:pt x="397" y="6"/>
                </a:cubicBezTo>
                <a:cubicBezTo>
                  <a:pt x="401" y="5"/>
                  <a:pt x="402" y="7"/>
                  <a:pt x="401" y="7"/>
                </a:cubicBezTo>
                <a:cubicBezTo>
                  <a:pt x="408" y="7"/>
                  <a:pt x="400" y="5"/>
                  <a:pt x="400" y="4"/>
                </a:cubicBezTo>
                <a:cubicBezTo>
                  <a:pt x="402" y="5"/>
                  <a:pt x="404" y="4"/>
                  <a:pt x="401" y="4"/>
                </a:cubicBezTo>
                <a:cubicBezTo>
                  <a:pt x="406" y="3"/>
                  <a:pt x="402" y="5"/>
                  <a:pt x="407" y="5"/>
                </a:cubicBezTo>
                <a:cubicBezTo>
                  <a:pt x="411" y="4"/>
                  <a:pt x="406" y="3"/>
                  <a:pt x="410" y="3"/>
                </a:cubicBezTo>
                <a:cubicBezTo>
                  <a:pt x="408" y="2"/>
                  <a:pt x="400" y="3"/>
                  <a:pt x="399" y="2"/>
                </a:cubicBezTo>
                <a:cubicBezTo>
                  <a:pt x="400" y="1"/>
                  <a:pt x="404" y="2"/>
                  <a:pt x="404" y="2"/>
                </a:cubicBezTo>
                <a:cubicBezTo>
                  <a:pt x="407" y="2"/>
                  <a:pt x="407" y="1"/>
                  <a:pt x="412" y="2"/>
                </a:cubicBezTo>
                <a:cubicBezTo>
                  <a:pt x="411" y="2"/>
                  <a:pt x="413" y="2"/>
                  <a:pt x="412" y="3"/>
                </a:cubicBezTo>
                <a:cubicBezTo>
                  <a:pt x="415" y="3"/>
                  <a:pt x="415" y="1"/>
                  <a:pt x="419" y="1"/>
                </a:cubicBezTo>
                <a:cubicBezTo>
                  <a:pt x="417" y="2"/>
                  <a:pt x="416" y="2"/>
                  <a:pt x="421" y="2"/>
                </a:cubicBezTo>
                <a:cubicBezTo>
                  <a:pt x="420" y="3"/>
                  <a:pt x="417" y="3"/>
                  <a:pt x="417" y="2"/>
                </a:cubicBezTo>
                <a:cubicBezTo>
                  <a:pt x="416" y="2"/>
                  <a:pt x="416" y="3"/>
                  <a:pt x="415" y="3"/>
                </a:cubicBezTo>
                <a:cubicBezTo>
                  <a:pt x="414" y="3"/>
                  <a:pt x="417" y="3"/>
                  <a:pt x="417" y="4"/>
                </a:cubicBezTo>
                <a:cubicBezTo>
                  <a:pt x="419" y="4"/>
                  <a:pt x="418" y="3"/>
                  <a:pt x="416" y="3"/>
                </a:cubicBezTo>
                <a:cubicBezTo>
                  <a:pt x="417" y="3"/>
                  <a:pt x="421" y="3"/>
                  <a:pt x="421" y="4"/>
                </a:cubicBezTo>
                <a:cubicBezTo>
                  <a:pt x="418" y="4"/>
                  <a:pt x="427" y="5"/>
                  <a:pt x="424" y="5"/>
                </a:cubicBezTo>
                <a:cubicBezTo>
                  <a:pt x="427" y="5"/>
                  <a:pt x="427" y="6"/>
                  <a:pt x="430" y="6"/>
                </a:cubicBezTo>
                <a:cubicBezTo>
                  <a:pt x="426" y="5"/>
                  <a:pt x="427" y="5"/>
                  <a:pt x="425" y="4"/>
                </a:cubicBezTo>
                <a:cubicBezTo>
                  <a:pt x="426" y="4"/>
                  <a:pt x="428" y="4"/>
                  <a:pt x="430" y="4"/>
                </a:cubicBezTo>
                <a:cubicBezTo>
                  <a:pt x="427" y="4"/>
                  <a:pt x="430" y="4"/>
                  <a:pt x="428" y="4"/>
                </a:cubicBezTo>
                <a:cubicBezTo>
                  <a:pt x="429" y="5"/>
                  <a:pt x="432" y="5"/>
                  <a:pt x="433" y="5"/>
                </a:cubicBezTo>
                <a:cubicBezTo>
                  <a:pt x="434" y="5"/>
                  <a:pt x="431" y="5"/>
                  <a:pt x="431" y="4"/>
                </a:cubicBezTo>
                <a:cubicBezTo>
                  <a:pt x="432" y="4"/>
                  <a:pt x="438" y="5"/>
                  <a:pt x="438" y="5"/>
                </a:cubicBezTo>
                <a:cubicBezTo>
                  <a:pt x="442" y="6"/>
                  <a:pt x="445" y="6"/>
                  <a:pt x="453" y="7"/>
                </a:cubicBezTo>
                <a:cubicBezTo>
                  <a:pt x="453" y="7"/>
                  <a:pt x="452" y="7"/>
                  <a:pt x="451" y="7"/>
                </a:cubicBezTo>
                <a:cubicBezTo>
                  <a:pt x="451" y="7"/>
                  <a:pt x="453" y="7"/>
                  <a:pt x="453" y="7"/>
                </a:cubicBezTo>
                <a:cubicBezTo>
                  <a:pt x="452" y="8"/>
                  <a:pt x="450" y="7"/>
                  <a:pt x="447" y="6"/>
                </a:cubicBezTo>
                <a:cubicBezTo>
                  <a:pt x="447" y="7"/>
                  <a:pt x="447" y="7"/>
                  <a:pt x="447" y="7"/>
                </a:cubicBezTo>
                <a:cubicBezTo>
                  <a:pt x="448" y="7"/>
                  <a:pt x="453" y="8"/>
                  <a:pt x="453" y="9"/>
                </a:cubicBezTo>
                <a:cubicBezTo>
                  <a:pt x="454" y="8"/>
                  <a:pt x="456" y="7"/>
                  <a:pt x="453" y="6"/>
                </a:cubicBezTo>
                <a:cubicBezTo>
                  <a:pt x="454" y="6"/>
                  <a:pt x="457" y="7"/>
                  <a:pt x="455" y="6"/>
                </a:cubicBezTo>
                <a:cubicBezTo>
                  <a:pt x="456" y="6"/>
                  <a:pt x="458" y="7"/>
                  <a:pt x="460" y="7"/>
                </a:cubicBezTo>
                <a:cubicBezTo>
                  <a:pt x="460" y="7"/>
                  <a:pt x="459" y="7"/>
                  <a:pt x="458" y="6"/>
                </a:cubicBezTo>
                <a:cubicBezTo>
                  <a:pt x="460" y="6"/>
                  <a:pt x="465" y="7"/>
                  <a:pt x="465" y="6"/>
                </a:cubicBezTo>
                <a:cubicBezTo>
                  <a:pt x="466" y="7"/>
                  <a:pt x="466" y="7"/>
                  <a:pt x="465" y="7"/>
                </a:cubicBezTo>
                <a:cubicBezTo>
                  <a:pt x="466" y="7"/>
                  <a:pt x="469" y="8"/>
                  <a:pt x="468" y="8"/>
                </a:cubicBezTo>
                <a:cubicBezTo>
                  <a:pt x="466" y="8"/>
                  <a:pt x="466" y="8"/>
                  <a:pt x="463" y="7"/>
                </a:cubicBezTo>
                <a:cubicBezTo>
                  <a:pt x="463" y="8"/>
                  <a:pt x="464" y="8"/>
                  <a:pt x="464" y="8"/>
                </a:cubicBezTo>
                <a:cubicBezTo>
                  <a:pt x="468" y="9"/>
                  <a:pt x="467" y="8"/>
                  <a:pt x="470" y="9"/>
                </a:cubicBezTo>
                <a:cubicBezTo>
                  <a:pt x="470" y="8"/>
                  <a:pt x="473" y="8"/>
                  <a:pt x="477" y="9"/>
                </a:cubicBezTo>
                <a:cubicBezTo>
                  <a:pt x="476" y="10"/>
                  <a:pt x="474" y="9"/>
                  <a:pt x="471" y="9"/>
                </a:cubicBezTo>
                <a:cubicBezTo>
                  <a:pt x="472" y="9"/>
                  <a:pt x="472" y="10"/>
                  <a:pt x="472" y="10"/>
                </a:cubicBezTo>
                <a:cubicBezTo>
                  <a:pt x="473" y="10"/>
                  <a:pt x="475" y="10"/>
                  <a:pt x="476" y="10"/>
                </a:cubicBezTo>
                <a:cubicBezTo>
                  <a:pt x="478" y="10"/>
                  <a:pt x="478" y="11"/>
                  <a:pt x="478" y="11"/>
                </a:cubicBezTo>
                <a:cubicBezTo>
                  <a:pt x="479" y="11"/>
                  <a:pt x="481" y="11"/>
                  <a:pt x="483" y="12"/>
                </a:cubicBezTo>
                <a:cubicBezTo>
                  <a:pt x="483" y="11"/>
                  <a:pt x="484" y="11"/>
                  <a:pt x="482" y="11"/>
                </a:cubicBezTo>
                <a:cubicBezTo>
                  <a:pt x="483" y="10"/>
                  <a:pt x="485" y="11"/>
                  <a:pt x="484" y="12"/>
                </a:cubicBezTo>
                <a:cubicBezTo>
                  <a:pt x="485" y="12"/>
                  <a:pt x="486" y="11"/>
                  <a:pt x="487" y="12"/>
                </a:cubicBezTo>
                <a:cubicBezTo>
                  <a:pt x="487" y="12"/>
                  <a:pt x="485" y="10"/>
                  <a:pt x="490" y="11"/>
                </a:cubicBezTo>
                <a:cubicBezTo>
                  <a:pt x="490" y="10"/>
                  <a:pt x="485" y="10"/>
                  <a:pt x="484" y="9"/>
                </a:cubicBezTo>
                <a:cubicBezTo>
                  <a:pt x="482" y="9"/>
                  <a:pt x="481" y="9"/>
                  <a:pt x="482" y="9"/>
                </a:cubicBezTo>
                <a:cubicBezTo>
                  <a:pt x="480" y="9"/>
                  <a:pt x="481" y="9"/>
                  <a:pt x="478" y="8"/>
                </a:cubicBezTo>
                <a:cubicBezTo>
                  <a:pt x="478" y="8"/>
                  <a:pt x="482" y="9"/>
                  <a:pt x="481" y="7"/>
                </a:cubicBezTo>
                <a:cubicBezTo>
                  <a:pt x="484" y="8"/>
                  <a:pt x="482" y="8"/>
                  <a:pt x="482" y="8"/>
                </a:cubicBezTo>
                <a:cubicBezTo>
                  <a:pt x="486" y="9"/>
                  <a:pt x="486" y="9"/>
                  <a:pt x="489" y="9"/>
                </a:cubicBezTo>
                <a:cubicBezTo>
                  <a:pt x="489" y="9"/>
                  <a:pt x="487" y="9"/>
                  <a:pt x="487" y="8"/>
                </a:cubicBezTo>
                <a:cubicBezTo>
                  <a:pt x="491" y="9"/>
                  <a:pt x="493" y="10"/>
                  <a:pt x="496" y="11"/>
                </a:cubicBezTo>
                <a:cubicBezTo>
                  <a:pt x="495" y="11"/>
                  <a:pt x="495" y="10"/>
                  <a:pt x="495" y="11"/>
                </a:cubicBezTo>
                <a:cubicBezTo>
                  <a:pt x="496" y="11"/>
                  <a:pt x="499" y="12"/>
                  <a:pt x="499" y="11"/>
                </a:cubicBezTo>
                <a:cubicBezTo>
                  <a:pt x="500" y="12"/>
                  <a:pt x="500" y="12"/>
                  <a:pt x="501" y="13"/>
                </a:cubicBezTo>
                <a:cubicBezTo>
                  <a:pt x="505" y="13"/>
                  <a:pt x="510" y="15"/>
                  <a:pt x="512" y="16"/>
                </a:cubicBezTo>
                <a:cubicBezTo>
                  <a:pt x="514" y="17"/>
                  <a:pt x="512" y="15"/>
                  <a:pt x="510" y="14"/>
                </a:cubicBezTo>
                <a:cubicBezTo>
                  <a:pt x="510" y="14"/>
                  <a:pt x="516" y="16"/>
                  <a:pt x="514" y="16"/>
                </a:cubicBezTo>
                <a:cubicBezTo>
                  <a:pt x="516" y="17"/>
                  <a:pt x="519" y="18"/>
                  <a:pt x="520" y="18"/>
                </a:cubicBezTo>
                <a:cubicBezTo>
                  <a:pt x="519" y="17"/>
                  <a:pt x="518" y="17"/>
                  <a:pt x="517" y="17"/>
                </a:cubicBezTo>
                <a:cubicBezTo>
                  <a:pt x="520" y="17"/>
                  <a:pt x="527" y="19"/>
                  <a:pt x="532" y="21"/>
                </a:cubicBezTo>
                <a:cubicBezTo>
                  <a:pt x="529" y="19"/>
                  <a:pt x="537" y="22"/>
                  <a:pt x="537" y="22"/>
                </a:cubicBezTo>
                <a:cubicBezTo>
                  <a:pt x="539" y="22"/>
                  <a:pt x="538" y="23"/>
                  <a:pt x="540" y="23"/>
                </a:cubicBezTo>
                <a:cubicBezTo>
                  <a:pt x="539" y="23"/>
                  <a:pt x="538" y="23"/>
                  <a:pt x="536" y="22"/>
                </a:cubicBezTo>
                <a:cubicBezTo>
                  <a:pt x="536" y="23"/>
                  <a:pt x="543" y="25"/>
                  <a:pt x="545" y="25"/>
                </a:cubicBezTo>
                <a:cubicBezTo>
                  <a:pt x="545" y="25"/>
                  <a:pt x="542" y="25"/>
                  <a:pt x="540" y="24"/>
                </a:cubicBezTo>
                <a:cubicBezTo>
                  <a:pt x="543" y="24"/>
                  <a:pt x="547" y="25"/>
                  <a:pt x="551" y="27"/>
                </a:cubicBezTo>
                <a:cubicBezTo>
                  <a:pt x="551" y="27"/>
                  <a:pt x="550" y="27"/>
                  <a:pt x="552" y="28"/>
                </a:cubicBezTo>
                <a:cubicBezTo>
                  <a:pt x="551" y="28"/>
                  <a:pt x="549" y="26"/>
                  <a:pt x="549" y="27"/>
                </a:cubicBezTo>
                <a:cubicBezTo>
                  <a:pt x="550" y="28"/>
                  <a:pt x="552" y="28"/>
                  <a:pt x="552" y="29"/>
                </a:cubicBezTo>
                <a:cubicBezTo>
                  <a:pt x="554" y="30"/>
                  <a:pt x="550" y="28"/>
                  <a:pt x="551" y="29"/>
                </a:cubicBezTo>
                <a:cubicBezTo>
                  <a:pt x="555" y="29"/>
                  <a:pt x="555" y="30"/>
                  <a:pt x="558" y="30"/>
                </a:cubicBezTo>
                <a:cubicBezTo>
                  <a:pt x="562" y="32"/>
                  <a:pt x="569" y="34"/>
                  <a:pt x="569" y="35"/>
                </a:cubicBezTo>
                <a:cubicBezTo>
                  <a:pt x="571" y="36"/>
                  <a:pt x="570" y="35"/>
                  <a:pt x="571" y="35"/>
                </a:cubicBezTo>
                <a:cubicBezTo>
                  <a:pt x="572" y="36"/>
                  <a:pt x="575" y="37"/>
                  <a:pt x="573" y="37"/>
                </a:cubicBezTo>
                <a:cubicBezTo>
                  <a:pt x="575" y="38"/>
                  <a:pt x="575" y="38"/>
                  <a:pt x="577" y="39"/>
                </a:cubicBezTo>
                <a:cubicBezTo>
                  <a:pt x="577" y="39"/>
                  <a:pt x="575" y="39"/>
                  <a:pt x="576" y="39"/>
                </a:cubicBezTo>
                <a:cubicBezTo>
                  <a:pt x="578" y="40"/>
                  <a:pt x="578" y="39"/>
                  <a:pt x="579" y="39"/>
                </a:cubicBezTo>
                <a:cubicBezTo>
                  <a:pt x="579" y="38"/>
                  <a:pt x="576" y="38"/>
                  <a:pt x="576" y="38"/>
                </a:cubicBezTo>
                <a:cubicBezTo>
                  <a:pt x="576" y="37"/>
                  <a:pt x="580" y="39"/>
                  <a:pt x="579" y="39"/>
                </a:cubicBezTo>
                <a:cubicBezTo>
                  <a:pt x="581" y="40"/>
                  <a:pt x="581" y="40"/>
                  <a:pt x="583" y="40"/>
                </a:cubicBezTo>
                <a:cubicBezTo>
                  <a:pt x="586" y="42"/>
                  <a:pt x="586" y="42"/>
                  <a:pt x="589" y="44"/>
                </a:cubicBezTo>
                <a:cubicBezTo>
                  <a:pt x="587" y="43"/>
                  <a:pt x="587" y="42"/>
                  <a:pt x="586" y="42"/>
                </a:cubicBezTo>
                <a:cubicBezTo>
                  <a:pt x="585" y="40"/>
                  <a:pt x="593" y="44"/>
                  <a:pt x="594" y="45"/>
                </a:cubicBezTo>
                <a:cubicBezTo>
                  <a:pt x="594" y="45"/>
                  <a:pt x="591" y="43"/>
                  <a:pt x="590" y="43"/>
                </a:cubicBezTo>
                <a:cubicBezTo>
                  <a:pt x="592" y="45"/>
                  <a:pt x="596" y="46"/>
                  <a:pt x="598" y="48"/>
                </a:cubicBezTo>
                <a:cubicBezTo>
                  <a:pt x="600" y="49"/>
                  <a:pt x="597" y="46"/>
                  <a:pt x="599" y="47"/>
                </a:cubicBezTo>
                <a:cubicBezTo>
                  <a:pt x="600" y="48"/>
                  <a:pt x="601" y="49"/>
                  <a:pt x="603" y="50"/>
                </a:cubicBezTo>
                <a:cubicBezTo>
                  <a:pt x="603" y="50"/>
                  <a:pt x="606" y="52"/>
                  <a:pt x="606" y="51"/>
                </a:cubicBezTo>
                <a:cubicBezTo>
                  <a:pt x="612" y="54"/>
                  <a:pt x="615" y="56"/>
                  <a:pt x="620" y="59"/>
                </a:cubicBezTo>
                <a:cubicBezTo>
                  <a:pt x="619" y="58"/>
                  <a:pt x="619" y="59"/>
                  <a:pt x="619" y="59"/>
                </a:cubicBezTo>
                <a:cubicBezTo>
                  <a:pt x="624" y="60"/>
                  <a:pt x="634" y="67"/>
                  <a:pt x="640" y="71"/>
                </a:cubicBezTo>
                <a:cubicBezTo>
                  <a:pt x="642" y="72"/>
                  <a:pt x="641" y="71"/>
                  <a:pt x="643" y="73"/>
                </a:cubicBezTo>
                <a:cubicBezTo>
                  <a:pt x="643" y="73"/>
                  <a:pt x="643" y="73"/>
                  <a:pt x="644" y="73"/>
                </a:cubicBezTo>
                <a:cubicBezTo>
                  <a:pt x="644" y="73"/>
                  <a:pt x="643" y="72"/>
                  <a:pt x="642" y="72"/>
                </a:cubicBezTo>
                <a:cubicBezTo>
                  <a:pt x="645" y="73"/>
                  <a:pt x="651" y="78"/>
                  <a:pt x="653" y="78"/>
                </a:cubicBezTo>
                <a:cubicBezTo>
                  <a:pt x="655" y="80"/>
                  <a:pt x="658" y="83"/>
                  <a:pt x="661" y="84"/>
                </a:cubicBezTo>
                <a:cubicBezTo>
                  <a:pt x="665" y="87"/>
                  <a:pt x="675" y="94"/>
                  <a:pt x="680" y="98"/>
                </a:cubicBezTo>
                <a:cubicBezTo>
                  <a:pt x="680" y="98"/>
                  <a:pt x="679" y="97"/>
                  <a:pt x="679" y="98"/>
                </a:cubicBezTo>
                <a:cubicBezTo>
                  <a:pt x="681" y="99"/>
                  <a:pt x="682" y="100"/>
                  <a:pt x="684" y="102"/>
                </a:cubicBezTo>
                <a:cubicBezTo>
                  <a:pt x="685" y="102"/>
                  <a:pt x="683" y="101"/>
                  <a:pt x="684" y="101"/>
                </a:cubicBezTo>
                <a:cubicBezTo>
                  <a:pt x="688" y="104"/>
                  <a:pt x="693" y="109"/>
                  <a:pt x="699" y="114"/>
                </a:cubicBezTo>
                <a:cubicBezTo>
                  <a:pt x="698" y="114"/>
                  <a:pt x="698" y="114"/>
                  <a:pt x="699" y="115"/>
                </a:cubicBezTo>
                <a:cubicBezTo>
                  <a:pt x="701" y="117"/>
                  <a:pt x="702" y="118"/>
                  <a:pt x="703" y="118"/>
                </a:cubicBezTo>
                <a:cubicBezTo>
                  <a:pt x="705" y="120"/>
                  <a:pt x="704" y="119"/>
                  <a:pt x="705" y="120"/>
                </a:cubicBezTo>
                <a:cubicBezTo>
                  <a:pt x="707" y="122"/>
                  <a:pt x="704" y="119"/>
                  <a:pt x="705" y="119"/>
                </a:cubicBezTo>
                <a:cubicBezTo>
                  <a:pt x="707" y="121"/>
                  <a:pt x="707" y="121"/>
                  <a:pt x="709" y="123"/>
                </a:cubicBezTo>
                <a:cubicBezTo>
                  <a:pt x="705" y="121"/>
                  <a:pt x="715" y="129"/>
                  <a:pt x="718" y="132"/>
                </a:cubicBezTo>
                <a:cubicBezTo>
                  <a:pt x="716" y="131"/>
                  <a:pt x="717" y="131"/>
                  <a:pt x="716" y="129"/>
                </a:cubicBezTo>
                <a:cubicBezTo>
                  <a:pt x="716" y="129"/>
                  <a:pt x="717" y="130"/>
                  <a:pt x="717" y="130"/>
                </a:cubicBezTo>
                <a:cubicBezTo>
                  <a:pt x="722" y="135"/>
                  <a:pt x="722" y="134"/>
                  <a:pt x="723" y="137"/>
                </a:cubicBezTo>
                <a:cubicBezTo>
                  <a:pt x="724" y="138"/>
                  <a:pt x="723" y="136"/>
                  <a:pt x="724" y="136"/>
                </a:cubicBezTo>
                <a:cubicBezTo>
                  <a:pt x="727" y="139"/>
                  <a:pt x="727" y="140"/>
                  <a:pt x="728" y="141"/>
                </a:cubicBezTo>
                <a:cubicBezTo>
                  <a:pt x="729" y="142"/>
                  <a:pt x="732" y="144"/>
                  <a:pt x="732" y="145"/>
                </a:cubicBezTo>
                <a:cubicBezTo>
                  <a:pt x="732" y="146"/>
                  <a:pt x="735" y="148"/>
                  <a:pt x="734" y="148"/>
                </a:cubicBezTo>
                <a:cubicBezTo>
                  <a:pt x="736" y="149"/>
                  <a:pt x="736" y="149"/>
                  <a:pt x="737" y="150"/>
                </a:cubicBezTo>
                <a:cubicBezTo>
                  <a:pt x="738" y="150"/>
                  <a:pt x="735" y="148"/>
                  <a:pt x="734" y="147"/>
                </a:cubicBezTo>
                <a:cubicBezTo>
                  <a:pt x="736" y="147"/>
                  <a:pt x="734" y="144"/>
                  <a:pt x="736" y="144"/>
                </a:cubicBezTo>
                <a:cubicBezTo>
                  <a:pt x="739" y="150"/>
                  <a:pt x="741" y="155"/>
                  <a:pt x="745" y="161"/>
                </a:cubicBezTo>
                <a:cubicBezTo>
                  <a:pt x="747" y="163"/>
                  <a:pt x="742" y="157"/>
                  <a:pt x="747" y="162"/>
                </a:cubicBezTo>
                <a:cubicBezTo>
                  <a:pt x="747" y="161"/>
                  <a:pt x="745" y="159"/>
                  <a:pt x="746" y="160"/>
                </a:cubicBezTo>
                <a:cubicBezTo>
                  <a:pt x="744" y="157"/>
                  <a:pt x="744" y="158"/>
                  <a:pt x="743" y="156"/>
                </a:cubicBezTo>
                <a:cubicBezTo>
                  <a:pt x="743" y="156"/>
                  <a:pt x="745" y="158"/>
                  <a:pt x="746" y="159"/>
                </a:cubicBezTo>
                <a:cubicBezTo>
                  <a:pt x="746" y="159"/>
                  <a:pt x="745" y="156"/>
                  <a:pt x="747" y="158"/>
                </a:cubicBezTo>
                <a:cubicBezTo>
                  <a:pt x="746" y="156"/>
                  <a:pt x="744" y="153"/>
                  <a:pt x="745" y="154"/>
                </a:cubicBezTo>
                <a:cubicBezTo>
                  <a:pt x="747" y="156"/>
                  <a:pt x="748" y="158"/>
                  <a:pt x="749" y="159"/>
                </a:cubicBezTo>
                <a:cubicBezTo>
                  <a:pt x="749" y="160"/>
                  <a:pt x="752" y="165"/>
                  <a:pt x="750" y="164"/>
                </a:cubicBezTo>
                <a:cubicBezTo>
                  <a:pt x="752" y="166"/>
                  <a:pt x="751" y="167"/>
                  <a:pt x="751" y="167"/>
                </a:cubicBezTo>
                <a:cubicBezTo>
                  <a:pt x="753" y="170"/>
                  <a:pt x="756" y="173"/>
                  <a:pt x="757" y="174"/>
                </a:cubicBezTo>
                <a:cubicBezTo>
                  <a:pt x="757" y="173"/>
                  <a:pt x="755" y="172"/>
                  <a:pt x="754" y="170"/>
                </a:cubicBezTo>
                <a:cubicBezTo>
                  <a:pt x="754" y="168"/>
                  <a:pt x="759" y="172"/>
                  <a:pt x="756" y="168"/>
                </a:cubicBezTo>
                <a:cubicBezTo>
                  <a:pt x="757" y="169"/>
                  <a:pt x="757" y="170"/>
                  <a:pt x="759" y="173"/>
                </a:cubicBezTo>
                <a:cubicBezTo>
                  <a:pt x="759" y="174"/>
                  <a:pt x="757" y="173"/>
                  <a:pt x="760" y="177"/>
                </a:cubicBezTo>
                <a:cubicBezTo>
                  <a:pt x="759" y="176"/>
                  <a:pt x="759" y="175"/>
                  <a:pt x="758" y="175"/>
                </a:cubicBezTo>
                <a:cubicBezTo>
                  <a:pt x="760" y="177"/>
                  <a:pt x="760" y="179"/>
                  <a:pt x="762" y="181"/>
                </a:cubicBezTo>
                <a:cubicBezTo>
                  <a:pt x="762" y="182"/>
                  <a:pt x="762" y="181"/>
                  <a:pt x="764" y="182"/>
                </a:cubicBezTo>
                <a:cubicBezTo>
                  <a:pt x="765" y="184"/>
                  <a:pt x="766" y="187"/>
                  <a:pt x="767" y="186"/>
                </a:cubicBezTo>
                <a:cubicBezTo>
                  <a:pt x="768" y="186"/>
                  <a:pt x="765" y="183"/>
                  <a:pt x="764" y="182"/>
                </a:cubicBezTo>
                <a:cubicBezTo>
                  <a:pt x="762" y="178"/>
                  <a:pt x="767" y="183"/>
                  <a:pt x="764" y="178"/>
                </a:cubicBezTo>
                <a:cubicBezTo>
                  <a:pt x="766" y="180"/>
                  <a:pt x="766" y="181"/>
                  <a:pt x="766" y="179"/>
                </a:cubicBezTo>
                <a:cubicBezTo>
                  <a:pt x="767" y="180"/>
                  <a:pt x="768" y="181"/>
                  <a:pt x="768" y="181"/>
                </a:cubicBezTo>
                <a:cubicBezTo>
                  <a:pt x="770" y="185"/>
                  <a:pt x="768" y="190"/>
                  <a:pt x="774" y="194"/>
                </a:cubicBezTo>
                <a:cubicBezTo>
                  <a:pt x="773" y="192"/>
                  <a:pt x="774" y="192"/>
                  <a:pt x="776" y="194"/>
                </a:cubicBezTo>
                <a:cubicBezTo>
                  <a:pt x="775" y="192"/>
                  <a:pt x="774" y="188"/>
                  <a:pt x="776" y="190"/>
                </a:cubicBezTo>
                <a:cubicBezTo>
                  <a:pt x="782" y="200"/>
                  <a:pt x="774" y="198"/>
                  <a:pt x="781" y="209"/>
                </a:cubicBezTo>
                <a:cubicBezTo>
                  <a:pt x="782" y="211"/>
                  <a:pt x="782" y="210"/>
                  <a:pt x="784" y="211"/>
                </a:cubicBezTo>
                <a:cubicBezTo>
                  <a:pt x="782" y="207"/>
                  <a:pt x="785" y="207"/>
                  <a:pt x="785" y="203"/>
                </a:cubicBezTo>
                <a:cubicBezTo>
                  <a:pt x="789" y="210"/>
                  <a:pt x="784" y="206"/>
                  <a:pt x="788" y="212"/>
                </a:cubicBezTo>
                <a:cubicBezTo>
                  <a:pt x="786" y="212"/>
                  <a:pt x="788" y="216"/>
                  <a:pt x="786" y="217"/>
                </a:cubicBezTo>
                <a:cubicBezTo>
                  <a:pt x="787" y="218"/>
                  <a:pt x="788" y="218"/>
                  <a:pt x="789" y="220"/>
                </a:cubicBezTo>
                <a:cubicBezTo>
                  <a:pt x="788" y="220"/>
                  <a:pt x="787" y="218"/>
                  <a:pt x="787" y="219"/>
                </a:cubicBezTo>
                <a:cubicBezTo>
                  <a:pt x="788" y="221"/>
                  <a:pt x="789" y="223"/>
                  <a:pt x="791" y="226"/>
                </a:cubicBezTo>
                <a:cubicBezTo>
                  <a:pt x="793" y="227"/>
                  <a:pt x="790" y="222"/>
                  <a:pt x="793" y="224"/>
                </a:cubicBezTo>
                <a:cubicBezTo>
                  <a:pt x="792" y="220"/>
                  <a:pt x="793" y="220"/>
                  <a:pt x="795" y="221"/>
                </a:cubicBezTo>
                <a:cubicBezTo>
                  <a:pt x="798" y="227"/>
                  <a:pt x="796" y="231"/>
                  <a:pt x="795" y="230"/>
                </a:cubicBezTo>
                <a:cubicBezTo>
                  <a:pt x="795" y="231"/>
                  <a:pt x="796" y="233"/>
                  <a:pt x="796" y="234"/>
                </a:cubicBezTo>
                <a:cubicBezTo>
                  <a:pt x="793" y="231"/>
                  <a:pt x="796" y="239"/>
                  <a:pt x="792" y="235"/>
                </a:cubicBezTo>
                <a:cubicBezTo>
                  <a:pt x="794" y="238"/>
                  <a:pt x="793" y="237"/>
                  <a:pt x="792" y="236"/>
                </a:cubicBezTo>
                <a:cubicBezTo>
                  <a:pt x="794" y="240"/>
                  <a:pt x="794" y="243"/>
                  <a:pt x="797" y="248"/>
                </a:cubicBezTo>
                <a:cubicBezTo>
                  <a:pt x="797" y="246"/>
                  <a:pt x="797" y="245"/>
                  <a:pt x="799" y="248"/>
                </a:cubicBezTo>
                <a:cubicBezTo>
                  <a:pt x="799" y="247"/>
                  <a:pt x="798" y="246"/>
                  <a:pt x="798" y="245"/>
                </a:cubicBezTo>
                <a:cubicBezTo>
                  <a:pt x="798" y="244"/>
                  <a:pt x="799" y="247"/>
                  <a:pt x="800" y="247"/>
                </a:cubicBezTo>
                <a:cubicBezTo>
                  <a:pt x="800" y="246"/>
                  <a:pt x="799" y="246"/>
                  <a:pt x="798" y="244"/>
                </a:cubicBezTo>
                <a:cubicBezTo>
                  <a:pt x="799" y="244"/>
                  <a:pt x="800" y="246"/>
                  <a:pt x="800" y="246"/>
                </a:cubicBezTo>
                <a:cubicBezTo>
                  <a:pt x="802" y="250"/>
                  <a:pt x="800" y="249"/>
                  <a:pt x="801" y="252"/>
                </a:cubicBezTo>
                <a:cubicBezTo>
                  <a:pt x="799" y="250"/>
                  <a:pt x="800" y="252"/>
                  <a:pt x="799" y="251"/>
                </a:cubicBezTo>
                <a:cubicBezTo>
                  <a:pt x="800" y="252"/>
                  <a:pt x="801" y="254"/>
                  <a:pt x="802" y="256"/>
                </a:cubicBezTo>
                <a:cubicBezTo>
                  <a:pt x="800" y="254"/>
                  <a:pt x="800" y="256"/>
                  <a:pt x="799" y="255"/>
                </a:cubicBezTo>
                <a:cubicBezTo>
                  <a:pt x="799" y="256"/>
                  <a:pt x="800" y="257"/>
                  <a:pt x="800" y="258"/>
                </a:cubicBezTo>
                <a:cubicBezTo>
                  <a:pt x="798" y="257"/>
                  <a:pt x="797" y="261"/>
                  <a:pt x="794" y="257"/>
                </a:cubicBezTo>
                <a:cubicBezTo>
                  <a:pt x="794" y="258"/>
                  <a:pt x="795" y="260"/>
                  <a:pt x="794" y="260"/>
                </a:cubicBezTo>
                <a:cubicBezTo>
                  <a:pt x="792" y="255"/>
                  <a:pt x="791" y="256"/>
                  <a:pt x="790" y="256"/>
                </a:cubicBezTo>
                <a:cubicBezTo>
                  <a:pt x="792" y="259"/>
                  <a:pt x="794" y="261"/>
                  <a:pt x="795" y="265"/>
                </a:cubicBezTo>
                <a:cubicBezTo>
                  <a:pt x="793" y="262"/>
                  <a:pt x="795" y="266"/>
                  <a:pt x="793" y="262"/>
                </a:cubicBezTo>
                <a:cubicBezTo>
                  <a:pt x="792" y="267"/>
                  <a:pt x="790" y="268"/>
                  <a:pt x="787" y="266"/>
                </a:cubicBezTo>
                <a:cubicBezTo>
                  <a:pt x="786" y="263"/>
                  <a:pt x="784" y="260"/>
                  <a:pt x="784" y="259"/>
                </a:cubicBezTo>
                <a:cubicBezTo>
                  <a:pt x="784" y="258"/>
                  <a:pt x="783" y="258"/>
                  <a:pt x="783" y="257"/>
                </a:cubicBezTo>
                <a:cubicBezTo>
                  <a:pt x="783" y="257"/>
                  <a:pt x="783" y="258"/>
                  <a:pt x="784" y="259"/>
                </a:cubicBezTo>
                <a:cubicBezTo>
                  <a:pt x="783" y="258"/>
                  <a:pt x="782" y="256"/>
                  <a:pt x="782" y="255"/>
                </a:cubicBezTo>
                <a:close/>
                <a:moveTo>
                  <a:pt x="340" y="50"/>
                </a:moveTo>
                <a:cubicBezTo>
                  <a:pt x="338" y="51"/>
                  <a:pt x="336" y="51"/>
                  <a:pt x="336" y="51"/>
                </a:cubicBezTo>
                <a:cubicBezTo>
                  <a:pt x="338" y="51"/>
                  <a:pt x="340" y="51"/>
                  <a:pt x="340" y="50"/>
                </a:cubicBezTo>
                <a:close/>
                <a:moveTo>
                  <a:pt x="236" y="74"/>
                </a:moveTo>
                <a:cubicBezTo>
                  <a:pt x="236" y="74"/>
                  <a:pt x="235" y="75"/>
                  <a:pt x="235" y="74"/>
                </a:cubicBezTo>
                <a:cubicBezTo>
                  <a:pt x="234" y="75"/>
                  <a:pt x="233" y="75"/>
                  <a:pt x="233" y="76"/>
                </a:cubicBezTo>
                <a:cubicBezTo>
                  <a:pt x="236" y="75"/>
                  <a:pt x="230" y="77"/>
                  <a:pt x="232" y="77"/>
                </a:cubicBezTo>
                <a:cubicBezTo>
                  <a:pt x="234" y="76"/>
                  <a:pt x="235" y="75"/>
                  <a:pt x="236" y="74"/>
                </a:cubicBezTo>
                <a:close/>
                <a:moveTo>
                  <a:pt x="231" y="76"/>
                </a:moveTo>
                <a:cubicBezTo>
                  <a:pt x="232" y="75"/>
                  <a:pt x="233" y="76"/>
                  <a:pt x="234" y="74"/>
                </a:cubicBezTo>
                <a:cubicBezTo>
                  <a:pt x="234" y="75"/>
                  <a:pt x="236" y="72"/>
                  <a:pt x="237" y="71"/>
                </a:cubicBezTo>
                <a:cubicBezTo>
                  <a:pt x="233" y="73"/>
                  <a:pt x="233" y="74"/>
                  <a:pt x="231" y="76"/>
                </a:cubicBezTo>
                <a:close/>
                <a:moveTo>
                  <a:pt x="162" y="116"/>
                </a:moveTo>
                <a:cubicBezTo>
                  <a:pt x="164" y="115"/>
                  <a:pt x="164" y="115"/>
                  <a:pt x="164" y="115"/>
                </a:cubicBezTo>
                <a:cubicBezTo>
                  <a:pt x="162" y="115"/>
                  <a:pt x="165" y="114"/>
                  <a:pt x="167" y="112"/>
                </a:cubicBezTo>
                <a:cubicBezTo>
                  <a:pt x="165" y="113"/>
                  <a:pt x="164" y="114"/>
                  <a:pt x="164" y="114"/>
                </a:cubicBezTo>
                <a:cubicBezTo>
                  <a:pt x="167" y="111"/>
                  <a:pt x="164" y="113"/>
                  <a:pt x="165" y="111"/>
                </a:cubicBezTo>
                <a:cubicBezTo>
                  <a:pt x="164" y="112"/>
                  <a:pt x="162" y="113"/>
                  <a:pt x="162" y="114"/>
                </a:cubicBezTo>
                <a:cubicBezTo>
                  <a:pt x="168" y="110"/>
                  <a:pt x="160" y="115"/>
                  <a:pt x="162" y="114"/>
                </a:cubicBezTo>
                <a:cubicBezTo>
                  <a:pt x="166" y="112"/>
                  <a:pt x="161" y="116"/>
                  <a:pt x="162" y="116"/>
                </a:cubicBezTo>
                <a:close/>
                <a:moveTo>
                  <a:pt x="132" y="113"/>
                </a:moveTo>
                <a:cubicBezTo>
                  <a:pt x="134" y="112"/>
                  <a:pt x="135" y="111"/>
                  <a:pt x="134" y="111"/>
                </a:cubicBezTo>
                <a:cubicBezTo>
                  <a:pt x="132" y="113"/>
                  <a:pt x="132" y="113"/>
                  <a:pt x="132" y="113"/>
                </a:cubicBezTo>
                <a:close/>
                <a:moveTo>
                  <a:pt x="788" y="254"/>
                </a:moveTo>
                <a:cubicBezTo>
                  <a:pt x="788" y="256"/>
                  <a:pt x="790" y="259"/>
                  <a:pt x="791" y="260"/>
                </a:cubicBezTo>
                <a:cubicBezTo>
                  <a:pt x="790" y="258"/>
                  <a:pt x="789" y="255"/>
                  <a:pt x="788" y="254"/>
                </a:cubicBezTo>
                <a:close/>
                <a:moveTo>
                  <a:pt x="792" y="242"/>
                </a:moveTo>
                <a:cubicBezTo>
                  <a:pt x="793" y="245"/>
                  <a:pt x="794" y="247"/>
                  <a:pt x="796" y="250"/>
                </a:cubicBezTo>
                <a:cubicBezTo>
                  <a:pt x="797" y="249"/>
                  <a:pt x="792" y="240"/>
                  <a:pt x="790" y="237"/>
                </a:cubicBezTo>
                <a:cubicBezTo>
                  <a:pt x="790" y="239"/>
                  <a:pt x="794" y="244"/>
                  <a:pt x="795" y="246"/>
                </a:cubicBezTo>
                <a:cubicBezTo>
                  <a:pt x="794" y="246"/>
                  <a:pt x="793" y="243"/>
                  <a:pt x="792" y="242"/>
                </a:cubicBezTo>
                <a:close/>
                <a:moveTo>
                  <a:pt x="787" y="245"/>
                </a:moveTo>
                <a:cubicBezTo>
                  <a:pt x="787" y="245"/>
                  <a:pt x="787" y="247"/>
                  <a:pt x="786" y="246"/>
                </a:cubicBezTo>
                <a:cubicBezTo>
                  <a:pt x="788" y="248"/>
                  <a:pt x="789" y="252"/>
                  <a:pt x="790" y="253"/>
                </a:cubicBezTo>
                <a:cubicBezTo>
                  <a:pt x="789" y="250"/>
                  <a:pt x="788" y="247"/>
                  <a:pt x="787" y="245"/>
                </a:cubicBezTo>
                <a:close/>
                <a:moveTo>
                  <a:pt x="779" y="256"/>
                </a:moveTo>
                <a:cubicBezTo>
                  <a:pt x="779" y="256"/>
                  <a:pt x="776" y="252"/>
                  <a:pt x="777" y="255"/>
                </a:cubicBezTo>
                <a:cubicBezTo>
                  <a:pt x="778" y="255"/>
                  <a:pt x="778" y="255"/>
                  <a:pt x="779" y="257"/>
                </a:cubicBezTo>
                <a:cubicBezTo>
                  <a:pt x="779" y="258"/>
                  <a:pt x="779" y="258"/>
                  <a:pt x="779" y="258"/>
                </a:cubicBezTo>
                <a:cubicBezTo>
                  <a:pt x="780" y="258"/>
                  <a:pt x="780" y="258"/>
                  <a:pt x="779" y="256"/>
                </a:cubicBezTo>
                <a:close/>
                <a:moveTo>
                  <a:pt x="785" y="244"/>
                </a:moveTo>
                <a:cubicBezTo>
                  <a:pt x="787" y="249"/>
                  <a:pt x="783" y="241"/>
                  <a:pt x="784" y="244"/>
                </a:cubicBezTo>
                <a:cubicBezTo>
                  <a:pt x="786" y="246"/>
                  <a:pt x="784" y="246"/>
                  <a:pt x="785" y="247"/>
                </a:cubicBezTo>
                <a:cubicBezTo>
                  <a:pt x="785" y="246"/>
                  <a:pt x="787" y="249"/>
                  <a:pt x="787" y="249"/>
                </a:cubicBezTo>
                <a:cubicBezTo>
                  <a:pt x="786" y="247"/>
                  <a:pt x="786" y="245"/>
                  <a:pt x="785" y="244"/>
                </a:cubicBezTo>
                <a:close/>
                <a:moveTo>
                  <a:pt x="789" y="230"/>
                </a:moveTo>
                <a:cubicBezTo>
                  <a:pt x="790" y="231"/>
                  <a:pt x="791" y="232"/>
                  <a:pt x="792" y="233"/>
                </a:cubicBezTo>
                <a:cubicBezTo>
                  <a:pt x="790" y="230"/>
                  <a:pt x="789" y="228"/>
                  <a:pt x="790" y="229"/>
                </a:cubicBezTo>
                <a:cubicBezTo>
                  <a:pt x="788" y="225"/>
                  <a:pt x="789" y="224"/>
                  <a:pt x="787" y="222"/>
                </a:cubicBezTo>
                <a:cubicBezTo>
                  <a:pt x="787" y="222"/>
                  <a:pt x="787" y="224"/>
                  <a:pt x="786" y="224"/>
                </a:cubicBezTo>
                <a:cubicBezTo>
                  <a:pt x="788" y="225"/>
                  <a:pt x="788" y="226"/>
                  <a:pt x="789" y="227"/>
                </a:cubicBezTo>
                <a:cubicBezTo>
                  <a:pt x="789" y="228"/>
                  <a:pt x="789" y="229"/>
                  <a:pt x="789" y="229"/>
                </a:cubicBezTo>
                <a:cubicBezTo>
                  <a:pt x="788" y="226"/>
                  <a:pt x="787" y="226"/>
                  <a:pt x="785" y="224"/>
                </a:cubicBezTo>
                <a:cubicBezTo>
                  <a:pt x="787" y="227"/>
                  <a:pt x="786" y="227"/>
                  <a:pt x="785" y="226"/>
                </a:cubicBezTo>
                <a:cubicBezTo>
                  <a:pt x="787" y="230"/>
                  <a:pt x="786" y="228"/>
                  <a:pt x="787" y="231"/>
                </a:cubicBezTo>
                <a:cubicBezTo>
                  <a:pt x="788" y="231"/>
                  <a:pt x="789" y="234"/>
                  <a:pt x="790" y="235"/>
                </a:cubicBezTo>
                <a:cubicBezTo>
                  <a:pt x="790" y="235"/>
                  <a:pt x="792" y="237"/>
                  <a:pt x="791" y="235"/>
                </a:cubicBezTo>
                <a:cubicBezTo>
                  <a:pt x="790" y="235"/>
                  <a:pt x="790" y="233"/>
                  <a:pt x="789" y="232"/>
                </a:cubicBezTo>
                <a:cubicBezTo>
                  <a:pt x="789" y="232"/>
                  <a:pt x="790" y="235"/>
                  <a:pt x="789" y="233"/>
                </a:cubicBezTo>
                <a:cubicBezTo>
                  <a:pt x="789" y="233"/>
                  <a:pt x="787" y="230"/>
                  <a:pt x="788" y="230"/>
                </a:cubicBezTo>
                <a:cubicBezTo>
                  <a:pt x="789" y="232"/>
                  <a:pt x="790" y="234"/>
                  <a:pt x="792" y="235"/>
                </a:cubicBezTo>
                <a:cubicBezTo>
                  <a:pt x="791" y="234"/>
                  <a:pt x="789" y="231"/>
                  <a:pt x="789" y="230"/>
                </a:cubicBezTo>
                <a:close/>
                <a:moveTo>
                  <a:pt x="788" y="235"/>
                </a:moveTo>
                <a:cubicBezTo>
                  <a:pt x="788" y="233"/>
                  <a:pt x="786" y="229"/>
                  <a:pt x="785" y="229"/>
                </a:cubicBezTo>
                <a:cubicBezTo>
                  <a:pt x="787" y="231"/>
                  <a:pt x="787" y="234"/>
                  <a:pt x="788" y="235"/>
                </a:cubicBezTo>
                <a:close/>
                <a:moveTo>
                  <a:pt x="756" y="236"/>
                </a:moveTo>
                <a:cubicBezTo>
                  <a:pt x="755" y="236"/>
                  <a:pt x="757" y="239"/>
                  <a:pt x="758" y="240"/>
                </a:cubicBezTo>
                <a:cubicBezTo>
                  <a:pt x="760" y="241"/>
                  <a:pt x="759" y="242"/>
                  <a:pt x="760" y="244"/>
                </a:cubicBezTo>
                <a:cubicBezTo>
                  <a:pt x="760" y="243"/>
                  <a:pt x="762" y="245"/>
                  <a:pt x="761" y="242"/>
                </a:cubicBezTo>
                <a:cubicBezTo>
                  <a:pt x="759" y="241"/>
                  <a:pt x="759" y="241"/>
                  <a:pt x="756" y="236"/>
                </a:cubicBezTo>
                <a:close/>
                <a:moveTo>
                  <a:pt x="780" y="220"/>
                </a:moveTo>
                <a:cubicBezTo>
                  <a:pt x="781" y="222"/>
                  <a:pt x="781" y="223"/>
                  <a:pt x="782" y="225"/>
                </a:cubicBezTo>
                <a:cubicBezTo>
                  <a:pt x="783" y="226"/>
                  <a:pt x="784" y="227"/>
                  <a:pt x="785" y="228"/>
                </a:cubicBezTo>
                <a:cubicBezTo>
                  <a:pt x="783" y="225"/>
                  <a:pt x="782" y="222"/>
                  <a:pt x="780" y="220"/>
                </a:cubicBezTo>
                <a:close/>
                <a:moveTo>
                  <a:pt x="787" y="219"/>
                </a:moveTo>
                <a:cubicBezTo>
                  <a:pt x="786" y="219"/>
                  <a:pt x="786" y="220"/>
                  <a:pt x="787" y="221"/>
                </a:cubicBezTo>
                <a:cubicBezTo>
                  <a:pt x="787" y="221"/>
                  <a:pt x="789" y="225"/>
                  <a:pt x="789" y="223"/>
                </a:cubicBezTo>
                <a:cubicBezTo>
                  <a:pt x="787" y="221"/>
                  <a:pt x="787" y="220"/>
                  <a:pt x="787" y="219"/>
                </a:cubicBezTo>
                <a:close/>
                <a:moveTo>
                  <a:pt x="781" y="226"/>
                </a:moveTo>
                <a:cubicBezTo>
                  <a:pt x="781" y="227"/>
                  <a:pt x="780" y="223"/>
                  <a:pt x="779" y="224"/>
                </a:cubicBezTo>
                <a:cubicBezTo>
                  <a:pt x="780" y="224"/>
                  <a:pt x="780" y="225"/>
                  <a:pt x="779" y="225"/>
                </a:cubicBezTo>
                <a:cubicBezTo>
                  <a:pt x="781" y="228"/>
                  <a:pt x="783" y="228"/>
                  <a:pt x="781" y="226"/>
                </a:cubicBezTo>
                <a:close/>
                <a:moveTo>
                  <a:pt x="760" y="233"/>
                </a:moveTo>
                <a:cubicBezTo>
                  <a:pt x="761" y="237"/>
                  <a:pt x="756" y="230"/>
                  <a:pt x="756" y="233"/>
                </a:cubicBezTo>
                <a:cubicBezTo>
                  <a:pt x="758" y="234"/>
                  <a:pt x="760" y="235"/>
                  <a:pt x="762" y="237"/>
                </a:cubicBezTo>
                <a:cubicBezTo>
                  <a:pt x="761" y="235"/>
                  <a:pt x="761" y="233"/>
                  <a:pt x="760" y="233"/>
                </a:cubicBezTo>
                <a:close/>
                <a:moveTo>
                  <a:pt x="754" y="232"/>
                </a:moveTo>
                <a:cubicBezTo>
                  <a:pt x="755" y="231"/>
                  <a:pt x="756" y="235"/>
                  <a:pt x="757" y="236"/>
                </a:cubicBezTo>
                <a:cubicBezTo>
                  <a:pt x="757" y="234"/>
                  <a:pt x="753" y="229"/>
                  <a:pt x="754" y="232"/>
                </a:cubicBezTo>
                <a:close/>
                <a:moveTo>
                  <a:pt x="747" y="236"/>
                </a:moveTo>
                <a:cubicBezTo>
                  <a:pt x="746" y="236"/>
                  <a:pt x="748" y="238"/>
                  <a:pt x="748" y="239"/>
                </a:cubicBezTo>
                <a:cubicBezTo>
                  <a:pt x="749" y="239"/>
                  <a:pt x="749" y="240"/>
                  <a:pt x="749" y="239"/>
                </a:cubicBezTo>
                <a:cubicBezTo>
                  <a:pt x="748" y="239"/>
                  <a:pt x="748" y="237"/>
                  <a:pt x="747" y="236"/>
                </a:cubicBezTo>
                <a:close/>
                <a:moveTo>
                  <a:pt x="753" y="170"/>
                </a:moveTo>
                <a:cubicBezTo>
                  <a:pt x="752" y="170"/>
                  <a:pt x="752" y="170"/>
                  <a:pt x="753" y="172"/>
                </a:cubicBezTo>
                <a:cubicBezTo>
                  <a:pt x="754" y="172"/>
                  <a:pt x="755" y="172"/>
                  <a:pt x="756" y="173"/>
                </a:cubicBezTo>
                <a:cubicBezTo>
                  <a:pt x="754" y="172"/>
                  <a:pt x="753" y="171"/>
                  <a:pt x="753" y="170"/>
                </a:cubicBezTo>
                <a:close/>
                <a:moveTo>
                  <a:pt x="747" y="163"/>
                </a:moveTo>
                <a:cubicBezTo>
                  <a:pt x="746" y="162"/>
                  <a:pt x="745" y="163"/>
                  <a:pt x="746" y="165"/>
                </a:cubicBezTo>
                <a:cubicBezTo>
                  <a:pt x="746" y="164"/>
                  <a:pt x="749" y="168"/>
                  <a:pt x="749" y="167"/>
                </a:cubicBezTo>
                <a:cubicBezTo>
                  <a:pt x="746" y="163"/>
                  <a:pt x="748" y="165"/>
                  <a:pt x="747" y="163"/>
                </a:cubicBezTo>
                <a:close/>
                <a:moveTo>
                  <a:pt x="726" y="156"/>
                </a:moveTo>
                <a:cubicBezTo>
                  <a:pt x="725" y="156"/>
                  <a:pt x="728" y="159"/>
                  <a:pt x="729" y="160"/>
                </a:cubicBezTo>
                <a:cubicBezTo>
                  <a:pt x="730" y="160"/>
                  <a:pt x="728" y="158"/>
                  <a:pt x="726" y="156"/>
                </a:cubicBezTo>
                <a:close/>
                <a:moveTo>
                  <a:pt x="723" y="152"/>
                </a:moveTo>
                <a:cubicBezTo>
                  <a:pt x="722" y="152"/>
                  <a:pt x="721" y="151"/>
                  <a:pt x="721" y="150"/>
                </a:cubicBezTo>
                <a:cubicBezTo>
                  <a:pt x="720" y="150"/>
                  <a:pt x="720" y="151"/>
                  <a:pt x="721" y="152"/>
                </a:cubicBezTo>
                <a:cubicBezTo>
                  <a:pt x="722" y="151"/>
                  <a:pt x="725" y="155"/>
                  <a:pt x="724" y="153"/>
                </a:cubicBezTo>
                <a:cubicBezTo>
                  <a:pt x="723" y="153"/>
                  <a:pt x="723" y="153"/>
                  <a:pt x="723" y="152"/>
                </a:cubicBezTo>
                <a:close/>
                <a:moveTo>
                  <a:pt x="726" y="146"/>
                </a:moveTo>
                <a:cubicBezTo>
                  <a:pt x="727" y="147"/>
                  <a:pt x="726" y="147"/>
                  <a:pt x="728" y="149"/>
                </a:cubicBezTo>
                <a:cubicBezTo>
                  <a:pt x="729" y="150"/>
                  <a:pt x="727" y="147"/>
                  <a:pt x="726" y="146"/>
                </a:cubicBezTo>
                <a:close/>
                <a:moveTo>
                  <a:pt x="717" y="154"/>
                </a:moveTo>
                <a:cubicBezTo>
                  <a:pt x="718" y="156"/>
                  <a:pt x="715" y="152"/>
                  <a:pt x="714" y="152"/>
                </a:cubicBezTo>
                <a:cubicBezTo>
                  <a:pt x="714" y="153"/>
                  <a:pt x="716" y="154"/>
                  <a:pt x="717" y="156"/>
                </a:cubicBezTo>
                <a:cubicBezTo>
                  <a:pt x="718" y="156"/>
                  <a:pt x="718" y="155"/>
                  <a:pt x="717" y="154"/>
                </a:cubicBezTo>
                <a:close/>
                <a:moveTo>
                  <a:pt x="723" y="138"/>
                </a:moveTo>
                <a:cubicBezTo>
                  <a:pt x="726" y="140"/>
                  <a:pt x="727" y="142"/>
                  <a:pt x="728" y="143"/>
                </a:cubicBezTo>
                <a:cubicBezTo>
                  <a:pt x="727" y="141"/>
                  <a:pt x="725" y="139"/>
                  <a:pt x="723" y="138"/>
                </a:cubicBezTo>
                <a:close/>
                <a:moveTo>
                  <a:pt x="723" y="139"/>
                </a:moveTo>
                <a:cubicBezTo>
                  <a:pt x="723" y="138"/>
                  <a:pt x="722" y="137"/>
                  <a:pt x="721" y="137"/>
                </a:cubicBezTo>
                <a:cubicBezTo>
                  <a:pt x="720" y="136"/>
                  <a:pt x="720" y="136"/>
                  <a:pt x="720" y="137"/>
                </a:cubicBezTo>
                <a:cubicBezTo>
                  <a:pt x="721" y="139"/>
                  <a:pt x="722" y="140"/>
                  <a:pt x="723" y="141"/>
                </a:cubicBezTo>
                <a:cubicBezTo>
                  <a:pt x="722" y="139"/>
                  <a:pt x="720" y="138"/>
                  <a:pt x="721" y="137"/>
                </a:cubicBezTo>
                <a:cubicBezTo>
                  <a:pt x="723" y="139"/>
                  <a:pt x="724" y="140"/>
                  <a:pt x="725" y="140"/>
                </a:cubicBezTo>
                <a:cubicBezTo>
                  <a:pt x="724" y="139"/>
                  <a:pt x="724" y="139"/>
                  <a:pt x="723" y="139"/>
                </a:cubicBezTo>
                <a:close/>
                <a:moveTo>
                  <a:pt x="722" y="140"/>
                </a:moveTo>
                <a:cubicBezTo>
                  <a:pt x="719" y="137"/>
                  <a:pt x="719" y="137"/>
                  <a:pt x="719" y="137"/>
                </a:cubicBezTo>
                <a:cubicBezTo>
                  <a:pt x="718" y="137"/>
                  <a:pt x="720" y="140"/>
                  <a:pt x="721" y="141"/>
                </a:cubicBezTo>
                <a:cubicBezTo>
                  <a:pt x="722" y="141"/>
                  <a:pt x="722" y="141"/>
                  <a:pt x="722" y="140"/>
                </a:cubicBezTo>
                <a:close/>
                <a:moveTo>
                  <a:pt x="721" y="134"/>
                </a:moveTo>
                <a:cubicBezTo>
                  <a:pt x="720" y="134"/>
                  <a:pt x="719" y="134"/>
                  <a:pt x="719" y="134"/>
                </a:cubicBezTo>
                <a:cubicBezTo>
                  <a:pt x="723" y="138"/>
                  <a:pt x="724" y="137"/>
                  <a:pt x="721" y="134"/>
                </a:cubicBezTo>
                <a:close/>
                <a:moveTo>
                  <a:pt x="714" y="136"/>
                </a:moveTo>
                <a:cubicBezTo>
                  <a:pt x="715" y="135"/>
                  <a:pt x="715" y="135"/>
                  <a:pt x="714" y="134"/>
                </a:cubicBezTo>
                <a:cubicBezTo>
                  <a:pt x="713" y="133"/>
                  <a:pt x="712" y="134"/>
                  <a:pt x="714" y="136"/>
                </a:cubicBezTo>
                <a:close/>
                <a:moveTo>
                  <a:pt x="697" y="113"/>
                </a:moveTo>
                <a:cubicBezTo>
                  <a:pt x="698" y="114"/>
                  <a:pt x="698" y="113"/>
                  <a:pt x="697" y="113"/>
                </a:cubicBezTo>
                <a:cubicBezTo>
                  <a:pt x="696" y="113"/>
                  <a:pt x="694" y="110"/>
                  <a:pt x="693" y="110"/>
                </a:cubicBezTo>
                <a:cubicBezTo>
                  <a:pt x="695" y="112"/>
                  <a:pt x="698" y="116"/>
                  <a:pt x="700" y="117"/>
                </a:cubicBezTo>
                <a:cubicBezTo>
                  <a:pt x="699" y="116"/>
                  <a:pt x="696" y="113"/>
                  <a:pt x="697" y="113"/>
                </a:cubicBezTo>
                <a:close/>
                <a:moveTo>
                  <a:pt x="662" y="153"/>
                </a:moveTo>
                <a:cubicBezTo>
                  <a:pt x="663" y="154"/>
                  <a:pt x="665" y="156"/>
                  <a:pt x="666" y="156"/>
                </a:cubicBezTo>
                <a:cubicBezTo>
                  <a:pt x="665" y="155"/>
                  <a:pt x="663" y="152"/>
                  <a:pt x="662" y="153"/>
                </a:cubicBezTo>
                <a:close/>
                <a:moveTo>
                  <a:pt x="685" y="103"/>
                </a:moveTo>
                <a:cubicBezTo>
                  <a:pt x="687" y="104"/>
                  <a:pt x="686" y="104"/>
                  <a:pt x="687" y="105"/>
                </a:cubicBezTo>
                <a:cubicBezTo>
                  <a:pt x="688" y="106"/>
                  <a:pt x="689" y="106"/>
                  <a:pt x="689" y="106"/>
                </a:cubicBezTo>
                <a:cubicBezTo>
                  <a:pt x="688" y="105"/>
                  <a:pt x="687" y="103"/>
                  <a:pt x="685" y="103"/>
                </a:cubicBezTo>
                <a:close/>
                <a:moveTo>
                  <a:pt x="599" y="49"/>
                </a:moveTo>
                <a:cubicBezTo>
                  <a:pt x="600" y="50"/>
                  <a:pt x="603" y="51"/>
                  <a:pt x="603" y="50"/>
                </a:cubicBezTo>
                <a:cubicBezTo>
                  <a:pt x="600" y="49"/>
                  <a:pt x="601" y="50"/>
                  <a:pt x="599" y="49"/>
                </a:cubicBezTo>
                <a:close/>
                <a:moveTo>
                  <a:pt x="579" y="43"/>
                </a:moveTo>
                <a:cubicBezTo>
                  <a:pt x="579" y="42"/>
                  <a:pt x="584" y="44"/>
                  <a:pt x="581" y="43"/>
                </a:cubicBezTo>
                <a:cubicBezTo>
                  <a:pt x="581" y="43"/>
                  <a:pt x="576" y="41"/>
                  <a:pt x="579" y="43"/>
                </a:cubicBezTo>
                <a:close/>
                <a:moveTo>
                  <a:pt x="568" y="37"/>
                </a:moveTo>
                <a:cubicBezTo>
                  <a:pt x="568" y="36"/>
                  <a:pt x="570" y="37"/>
                  <a:pt x="571" y="38"/>
                </a:cubicBezTo>
                <a:cubicBezTo>
                  <a:pt x="573" y="38"/>
                  <a:pt x="568" y="36"/>
                  <a:pt x="567" y="36"/>
                </a:cubicBezTo>
                <a:cubicBezTo>
                  <a:pt x="570" y="37"/>
                  <a:pt x="565" y="36"/>
                  <a:pt x="568" y="37"/>
                </a:cubicBezTo>
                <a:close/>
                <a:moveTo>
                  <a:pt x="562" y="33"/>
                </a:moveTo>
                <a:cubicBezTo>
                  <a:pt x="563" y="34"/>
                  <a:pt x="563" y="33"/>
                  <a:pt x="565" y="33"/>
                </a:cubicBezTo>
                <a:cubicBezTo>
                  <a:pt x="567" y="35"/>
                  <a:pt x="567" y="35"/>
                  <a:pt x="567" y="35"/>
                </a:cubicBezTo>
                <a:cubicBezTo>
                  <a:pt x="570" y="35"/>
                  <a:pt x="558" y="30"/>
                  <a:pt x="562" y="33"/>
                </a:cubicBezTo>
                <a:close/>
                <a:moveTo>
                  <a:pt x="533" y="22"/>
                </a:moveTo>
                <a:cubicBezTo>
                  <a:pt x="531" y="22"/>
                  <a:pt x="527" y="19"/>
                  <a:pt x="523" y="19"/>
                </a:cubicBezTo>
                <a:cubicBezTo>
                  <a:pt x="524" y="20"/>
                  <a:pt x="519" y="18"/>
                  <a:pt x="519" y="19"/>
                </a:cubicBezTo>
                <a:cubicBezTo>
                  <a:pt x="522" y="20"/>
                  <a:pt x="520" y="20"/>
                  <a:pt x="524" y="21"/>
                </a:cubicBezTo>
                <a:cubicBezTo>
                  <a:pt x="522" y="19"/>
                  <a:pt x="526" y="20"/>
                  <a:pt x="528" y="20"/>
                </a:cubicBezTo>
                <a:cubicBezTo>
                  <a:pt x="529" y="21"/>
                  <a:pt x="532" y="22"/>
                  <a:pt x="535" y="23"/>
                </a:cubicBezTo>
                <a:cubicBezTo>
                  <a:pt x="534" y="23"/>
                  <a:pt x="535" y="22"/>
                  <a:pt x="533" y="22"/>
                </a:cubicBezTo>
                <a:close/>
                <a:moveTo>
                  <a:pt x="513" y="21"/>
                </a:moveTo>
                <a:cubicBezTo>
                  <a:pt x="515" y="21"/>
                  <a:pt x="520" y="24"/>
                  <a:pt x="520" y="23"/>
                </a:cubicBezTo>
                <a:cubicBezTo>
                  <a:pt x="516" y="22"/>
                  <a:pt x="514" y="21"/>
                  <a:pt x="513" y="21"/>
                </a:cubicBezTo>
                <a:close/>
                <a:moveTo>
                  <a:pt x="499" y="13"/>
                </a:moveTo>
                <a:cubicBezTo>
                  <a:pt x="501" y="14"/>
                  <a:pt x="499" y="14"/>
                  <a:pt x="502" y="15"/>
                </a:cubicBezTo>
                <a:cubicBezTo>
                  <a:pt x="501" y="14"/>
                  <a:pt x="504" y="14"/>
                  <a:pt x="502" y="14"/>
                </a:cubicBezTo>
                <a:cubicBezTo>
                  <a:pt x="502" y="14"/>
                  <a:pt x="499" y="13"/>
                  <a:pt x="499" y="13"/>
                </a:cubicBezTo>
                <a:close/>
                <a:moveTo>
                  <a:pt x="497" y="13"/>
                </a:moveTo>
                <a:cubicBezTo>
                  <a:pt x="502" y="15"/>
                  <a:pt x="497" y="14"/>
                  <a:pt x="497" y="15"/>
                </a:cubicBezTo>
                <a:cubicBezTo>
                  <a:pt x="499" y="15"/>
                  <a:pt x="500" y="16"/>
                  <a:pt x="501" y="16"/>
                </a:cubicBezTo>
                <a:cubicBezTo>
                  <a:pt x="500" y="15"/>
                  <a:pt x="499" y="13"/>
                  <a:pt x="497" y="13"/>
                </a:cubicBezTo>
                <a:close/>
                <a:moveTo>
                  <a:pt x="494" y="15"/>
                </a:moveTo>
                <a:cubicBezTo>
                  <a:pt x="494" y="14"/>
                  <a:pt x="496" y="15"/>
                  <a:pt x="496" y="14"/>
                </a:cubicBezTo>
                <a:cubicBezTo>
                  <a:pt x="492" y="13"/>
                  <a:pt x="493" y="14"/>
                  <a:pt x="494" y="15"/>
                </a:cubicBezTo>
                <a:close/>
                <a:moveTo>
                  <a:pt x="441" y="7"/>
                </a:moveTo>
                <a:cubicBezTo>
                  <a:pt x="441" y="7"/>
                  <a:pt x="443" y="7"/>
                  <a:pt x="445" y="7"/>
                </a:cubicBezTo>
                <a:cubicBezTo>
                  <a:pt x="444" y="7"/>
                  <a:pt x="445" y="7"/>
                  <a:pt x="444" y="7"/>
                </a:cubicBezTo>
                <a:cubicBezTo>
                  <a:pt x="444" y="7"/>
                  <a:pt x="439" y="7"/>
                  <a:pt x="441" y="7"/>
                </a:cubicBezTo>
                <a:close/>
                <a:moveTo>
                  <a:pt x="436" y="6"/>
                </a:moveTo>
                <a:cubicBezTo>
                  <a:pt x="433" y="6"/>
                  <a:pt x="434" y="5"/>
                  <a:pt x="431" y="6"/>
                </a:cubicBezTo>
                <a:cubicBezTo>
                  <a:pt x="431" y="6"/>
                  <a:pt x="433" y="6"/>
                  <a:pt x="432" y="7"/>
                </a:cubicBezTo>
                <a:cubicBezTo>
                  <a:pt x="434" y="7"/>
                  <a:pt x="436" y="8"/>
                  <a:pt x="437" y="7"/>
                </a:cubicBezTo>
                <a:cubicBezTo>
                  <a:pt x="432" y="7"/>
                  <a:pt x="433" y="6"/>
                  <a:pt x="436" y="6"/>
                </a:cubicBezTo>
                <a:close/>
                <a:moveTo>
                  <a:pt x="424" y="8"/>
                </a:moveTo>
                <a:cubicBezTo>
                  <a:pt x="420" y="7"/>
                  <a:pt x="426" y="6"/>
                  <a:pt x="421" y="7"/>
                </a:cubicBezTo>
                <a:cubicBezTo>
                  <a:pt x="423" y="7"/>
                  <a:pt x="420" y="8"/>
                  <a:pt x="424" y="8"/>
                </a:cubicBezTo>
                <a:close/>
                <a:moveTo>
                  <a:pt x="415" y="4"/>
                </a:moveTo>
                <a:cubicBezTo>
                  <a:pt x="415" y="4"/>
                  <a:pt x="414" y="4"/>
                  <a:pt x="413" y="4"/>
                </a:cubicBezTo>
                <a:cubicBezTo>
                  <a:pt x="415" y="4"/>
                  <a:pt x="417" y="5"/>
                  <a:pt x="420" y="5"/>
                </a:cubicBezTo>
                <a:cubicBezTo>
                  <a:pt x="420" y="4"/>
                  <a:pt x="417" y="4"/>
                  <a:pt x="415" y="4"/>
                </a:cubicBezTo>
                <a:close/>
                <a:moveTo>
                  <a:pt x="417" y="5"/>
                </a:moveTo>
                <a:cubicBezTo>
                  <a:pt x="417" y="6"/>
                  <a:pt x="414" y="6"/>
                  <a:pt x="412" y="5"/>
                </a:cubicBezTo>
                <a:cubicBezTo>
                  <a:pt x="412" y="6"/>
                  <a:pt x="415" y="6"/>
                  <a:pt x="416" y="7"/>
                </a:cubicBezTo>
                <a:cubicBezTo>
                  <a:pt x="416" y="7"/>
                  <a:pt x="417" y="7"/>
                  <a:pt x="418" y="7"/>
                </a:cubicBezTo>
                <a:cubicBezTo>
                  <a:pt x="413" y="6"/>
                  <a:pt x="418" y="6"/>
                  <a:pt x="419" y="6"/>
                </a:cubicBezTo>
                <a:cubicBezTo>
                  <a:pt x="419" y="6"/>
                  <a:pt x="419" y="5"/>
                  <a:pt x="417" y="5"/>
                </a:cubicBezTo>
                <a:close/>
                <a:moveTo>
                  <a:pt x="412" y="4"/>
                </a:moveTo>
                <a:cubicBezTo>
                  <a:pt x="409" y="4"/>
                  <a:pt x="409" y="5"/>
                  <a:pt x="410" y="5"/>
                </a:cubicBezTo>
                <a:cubicBezTo>
                  <a:pt x="409" y="4"/>
                  <a:pt x="414" y="5"/>
                  <a:pt x="413" y="5"/>
                </a:cubicBezTo>
                <a:cubicBezTo>
                  <a:pt x="410" y="4"/>
                  <a:pt x="413" y="4"/>
                  <a:pt x="412" y="4"/>
                </a:cubicBezTo>
                <a:close/>
                <a:moveTo>
                  <a:pt x="409" y="5"/>
                </a:moveTo>
                <a:cubicBezTo>
                  <a:pt x="405" y="5"/>
                  <a:pt x="405" y="5"/>
                  <a:pt x="405" y="5"/>
                </a:cubicBezTo>
                <a:cubicBezTo>
                  <a:pt x="404" y="6"/>
                  <a:pt x="408" y="6"/>
                  <a:pt x="407" y="7"/>
                </a:cubicBezTo>
                <a:cubicBezTo>
                  <a:pt x="409" y="7"/>
                  <a:pt x="409" y="7"/>
                  <a:pt x="412" y="8"/>
                </a:cubicBezTo>
                <a:cubicBezTo>
                  <a:pt x="411" y="7"/>
                  <a:pt x="404" y="6"/>
                  <a:pt x="409" y="5"/>
                </a:cubicBezTo>
                <a:close/>
                <a:moveTo>
                  <a:pt x="391" y="7"/>
                </a:moveTo>
                <a:cubicBezTo>
                  <a:pt x="393" y="7"/>
                  <a:pt x="395" y="7"/>
                  <a:pt x="397" y="7"/>
                </a:cubicBezTo>
                <a:cubicBezTo>
                  <a:pt x="397" y="7"/>
                  <a:pt x="397" y="7"/>
                  <a:pt x="397" y="7"/>
                </a:cubicBezTo>
                <a:cubicBezTo>
                  <a:pt x="395" y="7"/>
                  <a:pt x="393" y="7"/>
                  <a:pt x="391" y="7"/>
                </a:cubicBezTo>
                <a:close/>
                <a:moveTo>
                  <a:pt x="376" y="46"/>
                </a:moveTo>
                <a:cubicBezTo>
                  <a:pt x="376" y="47"/>
                  <a:pt x="379" y="47"/>
                  <a:pt x="380" y="47"/>
                </a:cubicBezTo>
                <a:cubicBezTo>
                  <a:pt x="378" y="47"/>
                  <a:pt x="378" y="46"/>
                  <a:pt x="376" y="46"/>
                </a:cubicBezTo>
                <a:close/>
                <a:moveTo>
                  <a:pt x="354" y="47"/>
                </a:moveTo>
                <a:cubicBezTo>
                  <a:pt x="353" y="48"/>
                  <a:pt x="359" y="47"/>
                  <a:pt x="359" y="47"/>
                </a:cubicBezTo>
                <a:cubicBezTo>
                  <a:pt x="357" y="47"/>
                  <a:pt x="357" y="46"/>
                  <a:pt x="354" y="47"/>
                </a:cubicBezTo>
                <a:close/>
                <a:moveTo>
                  <a:pt x="323" y="15"/>
                </a:moveTo>
                <a:cubicBezTo>
                  <a:pt x="323" y="16"/>
                  <a:pt x="322" y="16"/>
                  <a:pt x="324" y="16"/>
                </a:cubicBezTo>
                <a:cubicBezTo>
                  <a:pt x="326" y="16"/>
                  <a:pt x="326" y="15"/>
                  <a:pt x="323" y="15"/>
                </a:cubicBezTo>
                <a:close/>
                <a:moveTo>
                  <a:pt x="325" y="47"/>
                </a:moveTo>
                <a:cubicBezTo>
                  <a:pt x="324" y="48"/>
                  <a:pt x="328" y="47"/>
                  <a:pt x="329" y="46"/>
                </a:cubicBezTo>
                <a:cubicBezTo>
                  <a:pt x="327" y="47"/>
                  <a:pt x="327" y="46"/>
                  <a:pt x="325" y="47"/>
                </a:cubicBezTo>
                <a:close/>
                <a:moveTo>
                  <a:pt x="321" y="51"/>
                </a:moveTo>
                <a:cubicBezTo>
                  <a:pt x="324" y="50"/>
                  <a:pt x="323" y="50"/>
                  <a:pt x="321" y="51"/>
                </a:cubicBezTo>
                <a:cubicBezTo>
                  <a:pt x="323" y="51"/>
                  <a:pt x="325" y="50"/>
                  <a:pt x="327" y="50"/>
                </a:cubicBezTo>
                <a:cubicBezTo>
                  <a:pt x="328" y="50"/>
                  <a:pt x="328" y="49"/>
                  <a:pt x="328" y="49"/>
                </a:cubicBezTo>
                <a:cubicBezTo>
                  <a:pt x="325" y="50"/>
                  <a:pt x="321" y="49"/>
                  <a:pt x="321" y="51"/>
                </a:cubicBezTo>
                <a:close/>
                <a:moveTo>
                  <a:pt x="316" y="18"/>
                </a:moveTo>
                <a:cubicBezTo>
                  <a:pt x="319" y="17"/>
                  <a:pt x="317" y="18"/>
                  <a:pt x="320" y="18"/>
                </a:cubicBezTo>
                <a:cubicBezTo>
                  <a:pt x="319" y="17"/>
                  <a:pt x="321" y="17"/>
                  <a:pt x="321" y="16"/>
                </a:cubicBezTo>
                <a:cubicBezTo>
                  <a:pt x="318" y="17"/>
                  <a:pt x="319" y="17"/>
                  <a:pt x="317" y="17"/>
                </a:cubicBezTo>
                <a:cubicBezTo>
                  <a:pt x="317" y="17"/>
                  <a:pt x="317" y="17"/>
                  <a:pt x="316" y="18"/>
                </a:cubicBezTo>
                <a:close/>
                <a:moveTo>
                  <a:pt x="311" y="35"/>
                </a:moveTo>
                <a:cubicBezTo>
                  <a:pt x="312" y="34"/>
                  <a:pt x="316" y="34"/>
                  <a:pt x="315" y="34"/>
                </a:cubicBezTo>
                <a:cubicBezTo>
                  <a:pt x="314" y="34"/>
                  <a:pt x="308" y="35"/>
                  <a:pt x="311" y="35"/>
                </a:cubicBezTo>
                <a:close/>
                <a:moveTo>
                  <a:pt x="314" y="49"/>
                </a:moveTo>
                <a:cubicBezTo>
                  <a:pt x="314" y="50"/>
                  <a:pt x="318" y="49"/>
                  <a:pt x="318" y="49"/>
                </a:cubicBezTo>
                <a:lnTo>
                  <a:pt x="314" y="49"/>
                </a:lnTo>
                <a:close/>
                <a:moveTo>
                  <a:pt x="308" y="47"/>
                </a:moveTo>
                <a:cubicBezTo>
                  <a:pt x="308" y="48"/>
                  <a:pt x="314" y="46"/>
                  <a:pt x="315" y="46"/>
                </a:cubicBezTo>
                <a:cubicBezTo>
                  <a:pt x="315" y="46"/>
                  <a:pt x="315" y="45"/>
                  <a:pt x="316" y="45"/>
                </a:cubicBezTo>
                <a:cubicBezTo>
                  <a:pt x="313" y="46"/>
                  <a:pt x="309" y="47"/>
                  <a:pt x="308" y="47"/>
                </a:cubicBezTo>
                <a:close/>
                <a:moveTo>
                  <a:pt x="302" y="21"/>
                </a:moveTo>
                <a:cubicBezTo>
                  <a:pt x="305" y="21"/>
                  <a:pt x="305" y="20"/>
                  <a:pt x="306" y="20"/>
                </a:cubicBezTo>
                <a:cubicBezTo>
                  <a:pt x="306" y="19"/>
                  <a:pt x="307" y="19"/>
                  <a:pt x="307" y="19"/>
                </a:cubicBezTo>
                <a:cubicBezTo>
                  <a:pt x="304" y="20"/>
                  <a:pt x="303" y="20"/>
                  <a:pt x="302" y="21"/>
                </a:cubicBezTo>
                <a:close/>
                <a:moveTo>
                  <a:pt x="314" y="52"/>
                </a:moveTo>
                <a:cubicBezTo>
                  <a:pt x="313" y="52"/>
                  <a:pt x="311" y="53"/>
                  <a:pt x="311" y="53"/>
                </a:cubicBezTo>
                <a:cubicBezTo>
                  <a:pt x="314" y="52"/>
                  <a:pt x="313" y="53"/>
                  <a:pt x="315" y="52"/>
                </a:cubicBezTo>
                <a:cubicBezTo>
                  <a:pt x="315" y="52"/>
                  <a:pt x="315" y="52"/>
                  <a:pt x="314" y="52"/>
                </a:cubicBezTo>
                <a:close/>
                <a:moveTo>
                  <a:pt x="309" y="42"/>
                </a:moveTo>
                <a:cubicBezTo>
                  <a:pt x="307" y="43"/>
                  <a:pt x="305" y="43"/>
                  <a:pt x="304" y="44"/>
                </a:cubicBezTo>
                <a:cubicBezTo>
                  <a:pt x="306" y="44"/>
                  <a:pt x="309" y="43"/>
                  <a:pt x="310" y="42"/>
                </a:cubicBezTo>
                <a:cubicBezTo>
                  <a:pt x="310" y="42"/>
                  <a:pt x="310" y="41"/>
                  <a:pt x="309" y="41"/>
                </a:cubicBezTo>
                <a:lnTo>
                  <a:pt x="309" y="42"/>
                </a:lnTo>
                <a:close/>
                <a:moveTo>
                  <a:pt x="306" y="49"/>
                </a:moveTo>
                <a:cubicBezTo>
                  <a:pt x="308" y="49"/>
                  <a:pt x="309" y="49"/>
                  <a:pt x="310" y="49"/>
                </a:cubicBezTo>
                <a:cubicBezTo>
                  <a:pt x="310" y="48"/>
                  <a:pt x="310" y="48"/>
                  <a:pt x="311" y="48"/>
                </a:cubicBezTo>
                <a:cubicBezTo>
                  <a:pt x="311" y="48"/>
                  <a:pt x="311" y="48"/>
                  <a:pt x="311" y="48"/>
                </a:cubicBezTo>
                <a:cubicBezTo>
                  <a:pt x="308" y="49"/>
                  <a:pt x="307" y="48"/>
                  <a:pt x="306" y="49"/>
                </a:cubicBezTo>
                <a:close/>
                <a:moveTo>
                  <a:pt x="306" y="51"/>
                </a:moveTo>
                <a:cubicBezTo>
                  <a:pt x="307" y="51"/>
                  <a:pt x="308" y="50"/>
                  <a:pt x="309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10" y="50"/>
                  <a:pt x="310" y="50"/>
                  <a:pt x="310" y="50"/>
                </a:cubicBezTo>
                <a:cubicBezTo>
                  <a:pt x="307" y="50"/>
                  <a:pt x="304" y="51"/>
                  <a:pt x="306" y="51"/>
                </a:cubicBezTo>
                <a:close/>
                <a:moveTo>
                  <a:pt x="307" y="53"/>
                </a:moveTo>
                <a:cubicBezTo>
                  <a:pt x="309" y="53"/>
                  <a:pt x="306" y="54"/>
                  <a:pt x="306" y="54"/>
                </a:cubicBezTo>
                <a:cubicBezTo>
                  <a:pt x="309" y="54"/>
                  <a:pt x="310" y="53"/>
                  <a:pt x="311" y="52"/>
                </a:cubicBezTo>
                <a:cubicBezTo>
                  <a:pt x="310" y="52"/>
                  <a:pt x="308" y="53"/>
                  <a:pt x="307" y="53"/>
                </a:cubicBezTo>
                <a:close/>
                <a:moveTo>
                  <a:pt x="308" y="54"/>
                </a:moveTo>
                <a:cubicBezTo>
                  <a:pt x="305" y="55"/>
                  <a:pt x="306" y="55"/>
                  <a:pt x="305" y="56"/>
                </a:cubicBezTo>
                <a:cubicBezTo>
                  <a:pt x="308" y="55"/>
                  <a:pt x="309" y="56"/>
                  <a:pt x="310" y="55"/>
                </a:cubicBezTo>
                <a:cubicBezTo>
                  <a:pt x="308" y="55"/>
                  <a:pt x="308" y="55"/>
                  <a:pt x="308" y="54"/>
                </a:cubicBezTo>
                <a:close/>
                <a:moveTo>
                  <a:pt x="302" y="38"/>
                </a:moveTo>
                <a:cubicBezTo>
                  <a:pt x="300" y="39"/>
                  <a:pt x="300" y="39"/>
                  <a:pt x="300" y="40"/>
                </a:cubicBezTo>
                <a:cubicBezTo>
                  <a:pt x="303" y="39"/>
                  <a:pt x="303" y="39"/>
                  <a:pt x="302" y="38"/>
                </a:cubicBezTo>
                <a:close/>
                <a:moveTo>
                  <a:pt x="301" y="46"/>
                </a:moveTo>
                <a:cubicBezTo>
                  <a:pt x="300" y="47"/>
                  <a:pt x="300" y="47"/>
                  <a:pt x="299" y="47"/>
                </a:cubicBezTo>
                <a:cubicBezTo>
                  <a:pt x="299" y="47"/>
                  <a:pt x="297" y="48"/>
                  <a:pt x="299" y="48"/>
                </a:cubicBezTo>
                <a:cubicBezTo>
                  <a:pt x="300" y="47"/>
                  <a:pt x="305" y="45"/>
                  <a:pt x="302" y="46"/>
                </a:cubicBezTo>
                <a:cubicBezTo>
                  <a:pt x="302" y="46"/>
                  <a:pt x="301" y="46"/>
                  <a:pt x="301" y="46"/>
                </a:cubicBezTo>
                <a:close/>
                <a:moveTo>
                  <a:pt x="300" y="51"/>
                </a:moveTo>
                <a:cubicBezTo>
                  <a:pt x="300" y="51"/>
                  <a:pt x="303" y="50"/>
                  <a:pt x="303" y="50"/>
                </a:cubicBezTo>
                <a:cubicBezTo>
                  <a:pt x="301" y="50"/>
                  <a:pt x="297" y="52"/>
                  <a:pt x="300" y="51"/>
                </a:cubicBezTo>
                <a:close/>
                <a:moveTo>
                  <a:pt x="296" y="41"/>
                </a:moveTo>
                <a:cubicBezTo>
                  <a:pt x="296" y="40"/>
                  <a:pt x="297" y="40"/>
                  <a:pt x="297" y="40"/>
                </a:cubicBezTo>
                <a:cubicBezTo>
                  <a:pt x="294" y="40"/>
                  <a:pt x="293" y="42"/>
                  <a:pt x="296" y="41"/>
                </a:cubicBezTo>
                <a:close/>
                <a:moveTo>
                  <a:pt x="295" y="49"/>
                </a:moveTo>
                <a:cubicBezTo>
                  <a:pt x="293" y="50"/>
                  <a:pt x="294" y="51"/>
                  <a:pt x="297" y="51"/>
                </a:cubicBezTo>
                <a:cubicBezTo>
                  <a:pt x="298" y="50"/>
                  <a:pt x="294" y="50"/>
                  <a:pt x="297" y="49"/>
                </a:cubicBezTo>
                <a:cubicBezTo>
                  <a:pt x="296" y="49"/>
                  <a:pt x="296" y="49"/>
                  <a:pt x="295" y="49"/>
                </a:cubicBezTo>
                <a:close/>
                <a:moveTo>
                  <a:pt x="296" y="54"/>
                </a:moveTo>
                <a:cubicBezTo>
                  <a:pt x="296" y="55"/>
                  <a:pt x="294" y="55"/>
                  <a:pt x="294" y="55"/>
                </a:cubicBezTo>
                <a:cubicBezTo>
                  <a:pt x="294" y="56"/>
                  <a:pt x="294" y="56"/>
                  <a:pt x="295" y="57"/>
                </a:cubicBezTo>
                <a:cubicBezTo>
                  <a:pt x="293" y="57"/>
                  <a:pt x="293" y="57"/>
                  <a:pt x="293" y="57"/>
                </a:cubicBezTo>
                <a:cubicBezTo>
                  <a:pt x="293" y="58"/>
                  <a:pt x="293" y="58"/>
                  <a:pt x="292" y="58"/>
                </a:cubicBezTo>
                <a:cubicBezTo>
                  <a:pt x="294" y="58"/>
                  <a:pt x="294" y="58"/>
                  <a:pt x="295" y="58"/>
                </a:cubicBezTo>
                <a:cubicBezTo>
                  <a:pt x="293" y="58"/>
                  <a:pt x="293" y="57"/>
                  <a:pt x="297" y="57"/>
                </a:cubicBezTo>
                <a:cubicBezTo>
                  <a:pt x="297" y="56"/>
                  <a:pt x="295" y="56"/>
                  <a:pt x="295" y="56"/>
                </a:cubicBezTo>
                <a:cubicBezTo>
                  <a:pt x="295" y="55"/>
                  <a:pt x="299" y="54"/>
                  <a:pt x="298" y="54"/>
                </a:cubicBezTo>
                <a:cubicBezTo>
                  <a:pt x="297" y="55"/>
                  <a:pt x="297" y="54"/>
                  <a:pt x="296" y="54"/>
                </a:cubicBezTo>
                <a:close/>
                <a:moveTo>
                  <a:pt x="286" y="51"/>
                </a:moveTo>
                <a:cubicBezTo>
                  <a:pt x="286" y="52"/>
                  <a:pt x="282" y="52"/>
                  <a:pt x="282" y="53"/>
                </a:cubicBezTo>
                <a:cubicBezTo>
                  <a:pt x="285" y="52"/>
                  <a:pt x="292" y="51"/>
                  <a:pt x="293" y="49"/>
                </a:cubicBezTo>
                <a:cubicBezTo>
                  <a:pt x="289" y="50"/>
                  <a:pt x="289" y="51"/>
                  <a:pt x="286" y="51"/>
                </a:cubicBezTo>
                <a:close/>
                <a:moveTo>
                  <a:pt x="287" y="58"/>
                </a:moveTo>
                <a:cubicBezTo>
                  <a:pt x="291" y="56"/>
                  <a:pt x="292" y="55"/>
                  <a:pt x="293" y="54"/>
                </a:cubicBezTo>
                <a:cubicBezTo>
                  <a:pt x="288" y="56"/>
                  <a:pt x="290" y="56"/>
                  <a:pt x="287" y="58"/>
                </a:cubicBezTo>
                <a:close/>
                <a:moveTo>
                  <a:pt x="286" y="51"/>
                </a:moveTo>
                <a:cubicBezTo>
                  <a:pt x="288" y="50"/>
                  <a:pt x="291" y="49"/>
                  <a:pt x="291" y="48"/>
                </a:cubicBezTo>
                <a:cubicBezTo>
                  <a:pt x="289" y="49"/>
                  <a:pt x="285" y="51"/>
                  <a:pt x="286" y="51"/>
                </a:cubicBezTo>
                <a:close/>
                <a:moveTo>
                  <a:pt x="288" y="60"/>
                </a:moveTo>
                <a:cubicBezTo>
                  <a:pt x="289" y="60"/>
                  <a:pt x="294" y="59"/>
                  <a:pt x="294" y="59"/>
                </a:cubicBezTo>
                <a:cubicBezTo>
                  <a:pt x="293" y="59"/>
                  <a:pt x="289" y="59"/>
                  <a:pt x="288" y="60"/>
                </a:cubicBezTo>
                <a:close/>
                <a:moveTo>
                  <a:pt x="283" y="27"/>
                </a:moveTo>
                <a:cubicBezTo>
                  <a:pt x="276" y="29"/>
                  <a:pt x="276" y="29"/>
                  <a:pt x="276" y="29"/>
                </a:cubicBezTo>
                <a:cubicBezTo>
                  <a:pt x="277" y="30"/>
                  <a:pt x="274" y="30"/>
                  <a:pt x="274" y="31"/>
                </a:cubicBezTo>
                <a:cubicBezTo>
                  <a:pt x="278" y="29"/>
                  <a:pt x="276" y="29"/>
                  <a:pt x="281" y="28"/>
                </a:cubicBezTo>
                <a:cubicBezTo>
                  <a:pt x="281" y="28"/>
                  <a:pt x="279" y="29"/>
                  <a:pt x="280" y="29"/>
                </a:cubicBezTo>
                <a:cubicBezTo>
                  <a:pt x="282" y="28"/>
                  <a:pt x="282" y="29"/>
                  <a:pt x="284" y="28"/>
                </a:cubicBezTo>
                <a:cubicBezTo>
                  <a:pt x="285" y="27"/>
                  <a:pt x="281" y="28"/>
                  <a:pt x="283" y="27"/>
                </a:cubicBezTo>
                <a:close/>
                <a:moveTo>
                  <a:pt x="291" y="52"/>
                </a:moveTo>
                <a:cubicBezTo>
                  <a:pt x="291" y="51"/>
                  <a:pt x="289" y="52"/>
                  <a:pt x="291" y="51"/>
                </a:cubicBezTo>
                <a:cubicBezTo>
                  <a:pt x="285" y="53"/>
                  <a:pt x="289" y="53"/>
                  <a:pt x="291" y="52"/>
                </a:cubicBezTo>
                <a:close/>
                <a:moveTo>
                  <a:pt x="282" y="46"/>
                </a:moveTo>
                <a:cubicBezTo>
                  <a:pt x="282" y="46"/>
                  <a:pt x="281" y="46"/>
                  <a:pt x="281" y="47"/>
                </a:cubicBezTo>
                <a:cubicBezTo>
                  <a:pt x="283" y="46"/>
                  <a:pt x="285" y="46"/>
                  <a:pt x="286" y="45"/>
                </a:cubicBezTo>
                <a:cubicBezTo>
                  <a:pt x="284" y="45"/>
                  <a:pt x="284" y="45"/>
                  <a:pt x="282" y="46"/>
                </a:cubicBezTo>
                <a:close/>
                <a:moveTo>
                  <a:pt x="275" y="46"/>
                </a:moveTo>
                <a:cubicBezTo>
                  <a:pt x="277" y="46"/>
                  <a:pt x="280" y="44"/>
                  <a:pt x="281" y="44"/>
                </a:cubicBezTo>
                <a:cubicBezTo>
                  <a:pt x="282" y="44"/>
                  <a:pt x="286" y="42"/>
                  <a:pt x="284" y="42"/>
                </a:cubicBezTo>
                <a:cubicBezTo>
                  <a:pt x="283" y="43"/>
                  <a:pt x="276" y="45"/>
                  <a:pt x="275" y="46"/>
                </a:cubicBezTo>
                <a:close/>
                <a:moveTo>
                  <a:pt x="284" y="57"/>
                </a:moveTo>
                <a:cubicBezTo>
                  <a:pt x="285" y="56"/>
                  <a:pt x="283" y="55"/>
                  <a:pt x="287" y="54"/>
                </a:cubicBezTo>
                <a:cubicBezTo>
                  <a:pt x="288" y="53"/>
                  <a:pt x="286" y="54"/>
                  <a:pt x="285" y="54"/>
                </a:cubicBezTo>
                <a:cubicBezTo>
                  <a:pt x="284" y="55"/>
                  <a:pt x="285" y="55"/>
                  <a:pt x="283" y="56"/>
                </a:cubicBezTo>
                <a:cubicBezTo>
                  <a:pt x="282" y="56"/>
                  <a:pt x="285" y="56"/>
                  <a:pt x="281" y="57"/>
                </a:cubicBezTo>
                <a:cubicBezTo>
                  <a:pt x="281" y="58"/>
                  <a:pt x="283" y="57"/>
                  <a:pt x="284" y="57"/>
                </a:cubicBezTo>
                <a:cubicBezTo>
                  <a:pt x="283" y="57"/>
                  <a:pt x="283" y="57"/>
                  <a:pt x="284" y="57"/>
                </a:cubicBezTo>
                <a:close/>
                <a:moveTo>
                  <a:pt x="279" y="43"/>
                </a:moveTo>
                <a:cubicBezTo>
                  <a:pt x="279" y="43"/>
                  <a:pt x="279" y="43"/>
                  <a:pt x="280" y="43"/>
                </a:cubicBezTo>
                <a:cubicBezTo>
                  <a:pt x="280" y="43"/>
                  <a:pt x="283" y="42"/>
                  <a:pt x="283" y="42"/>
                </a:cubicBezTo>
                <a:cubicBezTo>
                  <a:pt x="281" y="42"/>
                  <a:pt x="281" y="42"/>
                  <a:pt x="279" y="43"/>
                </a:cubicBezTo>
                <a:close/>
                <a:moveTo>
                  <a:pt x="273" y="49"/>
                </a:moveTo>
                <a:cubicBezTo>
                  <a:pt x="277" y="47"/>
                  <a:pt x="276" y="49"/>
                  <a:pt x="277" y="48"/>
                </a:cubicBezTo>
                <a:cubicBezTo>
                  <a:pt x="278" y="48"/>
                  <a:pt x="278" y="48"/>
                  <a:pt x="278" y="47"/>
                </a:cubicBezTo>
                <a:cubicBezTo>
                  <a:pt x="276" y="48"/>
                  <a:pt x="274" y="48"/>
                  <a:pt x="273" y="49"/>
                </a:cubicBezTo>
                <a:close/>
                <a:moveTo>
                  <a:pt x="274" y="62"/>
                </a:moveTo>
                <a:cubicBezTo>
                  <a:pt x="273" y="62"/>
                  <a:pt x="272" y="63"/>
                  <a:pt x="272" y="63"/>
                </a:cubicBezTo>
                <a:cubicBezTo>
                  <a:pt x="273" y="62"/>
                  <a:pt x="274" y="63"/>
                  <a:pt x="275" y="62"/>
                </a:cubicBezTo>
                <a:cubicBezTo>
                  <a:pt x="274" y="62"/>
                  <a:pt x="281" y="60"/>
                  <a:pt x="282" y="59"/>
                </a:cubicBezTo>
                <a:cubicBezTo>
                  <a:pt x="281" y="60"/>
                  <a:pt x="280" y="60"/>
                  <a:pt x="280" y="60"/>
                </a:cubicBezTo>
                <a:cubicBezTo>
                  <a:pt x="279" y="60"/>
                  <a:pt x="280" y="59"/>
                  <a:pt x="278" y="59"/>
                </a:cubicBezTo>
                <a:cubicBezTo>
                  <a:pt x="279" y="60"/>
                  <a:pt x="277" y="60"/>
                  <a:pt x="275" y="61"/>
                </a:cubicBezTo>
                <a:cubicBezTo>
                  <a:pt x="276" y="61"/>
                  <a:pt x="275" y="61"/>
                  <a:pt x="274" y="62"/>
                </a:cubicBezTo>
                <a:close/>
                <a:moveTo>
                  <a:pt x="270" y="48"/>
                </a:moveTo>
                <a:cubicBezTo>
                  <a:pt x="270" y="49"/>
                  <a:pt x="273" y="48"/>
                  <a:pt x="276" y="47"/>
                </a:cubicBezTo>
                <a:cubicBezTo>
                  <a:pt x="273" y="47"/>
                  <a:pt x="273" y="46"/>
                  <a:pt x="271" y="47"/>
                </a:cubicBezTo>
                <a:cubicBezTo>
                  <a:pt x="272" y="47"/>
                  <a:pt x="274" y="47"/>
                  <a:pt x="270" y="48"/>
                </a:cubicBezTo>
                <a:close/>
                <a:moveTo>
                  <a:pt x="276" y="60"/>
                </a:moveTo>
                <a:cubicBezTo>
                  <a:pt x="276" y="60"/>
                  <a:pt x="277" y="59"/>
                  <a:pt x="276" y="59"/>
                </a:cubicBezTo>
                <a:cubicBezTo>
                  <a:pt x="270" y="61"/>
                  <a:pt x="269" y="62"/>
                  <a:pt x="276" y="60"/>
                </a:cubicBezTo>
                <a:close/>
                <a:moveTo>
                  <a:pt x="264" y="34"/>
                </a:moveTo>
                <a:cubicBezTo>
                  <a:pt x="262" y="34"/>
                  <a:pt x="261" y="35"/>
                  <a:pt x="261" y="35"/>
                </a:cubicBezTo>
                <a:cubicBezTo>
                  <a:pt x="263" y="35"/>
                  <a:pt x="265" y="34"/>
                  <a:pt x="265" y="34"/>
                </a:cubicBezTo>
                <a:cubicBezTo>
                  <a:pt x="264" y="34"/>
                  <a:pt x="264" y="34"/>
                  <a:pt x="264" y="34"/>
                </a:cubicBezTo>
                <a:close/>
                <a:moveTo>
                  <a:pt x="248" y="40"/>
                </a:moveTo>
                <a:cubicBezTo>
                  <a:pt x="250" y="40"/>
                  <a:pt x="247" y="41"/>
                  <a:pt x="248" y="41"/>
                </a:cubicBezTo>
                <a:cubicBezTo>
                  <a:pt x="251" y="40"/>
                  <a:pt x="250" y="40"/>
                  <a:pt x="252" y="39"/>
                </a:cubicBezTo>
                <a:cubicBezTo>
                  <a:pt x="252" y="39"/>
                  <a:pt x="252" y="40"/>
                  <a:pt x="253" y="39"/>
                </a:cubicBezTo>
                <a:cubicBezTo>
                  <a:pt x="254" y="39"/>
                  <a:pt x="253" y="39"/>
                  <a:pt x="254" y="38"/>
                </a:cubicBezTo>
                <a:cubicBezTo>
                  <a:pt x="257" y="37"/>
                  <a:pt x="256" y="38"/>
                  <a:pt x="259" y="36"/>
                </a:cubicBezTo>
                <a:cubicBezTo>
                  <a:pt x="260" y="36"/>
                  <a:pt x="260" y="36"/>
                  <a:pt x="260" y="35"/>
                </a:cubicBezTo>
                <a:cubicBezTo>
                  <a:pt x="258" y="36"/>
                  <a:pt x="258" y="36"/>
                  <a:pt x="256" y="36"/>
                </a:cubicBezTo>
                <a:cubicBezTo>
                  <a:pt x="258" y="36"/>
                  <a:pt x="253" y="38"/>
                  <a:pt x="254" y="37"/>
                </a:cubicBezTo>
                <a:cubicBezTo>
                  <a:pt x="251" y="38"/>
                  <a:pt x="252" y="39"/>
                  <a:pt x="250" y="40"/>
                </a:cubicBezTo>
                <a:cubicBezTo>
                  <a:pt x="250" y="39"/>
                  <a:pt x="251" y="39"/>
                  <a:pt x="250" y="39"/>
                </a:cubicBezTo>
                <a:cubicBezTo>
                  <a:pt x="245" y="41"/>
                  <a:pt x="242" y="42"/>
                  <a:pt x="238" y="44"/>
                </a:cubicBezTo>
                <a:cubicBezTo>
                  <a:pt x="237" y="45"/>
                  <a:pt x="241" y="44"/>
                  <a:pt x="239" y="45"/>
                </a:cubicBezTo>
                <a:cubicBezTo>
                  <a:pt x="235" y="46"/>
                  <a:pt x="238" y="43"/>
                  <a:pt x="235" y="45"/>
                </a:cubicBezTo>
                <a:cubicBezTo>
                  <a:pt x="236" y="45"/>
                  <a:pt x="236" y="46"/>
                  <a:pt x="238" y="45"/>
                </a:cubicBezTo>
                <a:cubicBezTo>
                  <a:pt x="239" y="44"/>
                  <a:pt x="241" y="44"/>
                  <a:pt x="242" y="44"/>
                </a:cubicBezTo>
                <a:cubicBezTo>
                  <a:pt x="243" y="43"/>
                  <a:pt x="241" y="44"/>
                  <a:pt x="242" y="43"/>
                </a:cubicBezTo>
                <a:cubicBezTo>
                  <a:pt x="245" y="42"/>
                  <a:pt x="246" y="41"/>
                  <a:pt x="248" y="40"/>
                </a:cubicBezTo>
                <a:close/>
                <a:moveTo>
                  <a:pt x="253" y="56"/>
                </a:moveTo>
                <a:cubicBezTo>
                  <a:pt x="253" y="57"/>
                  <a:pt x="253" y="57"/>
                  <a:pt x="254" y="57"/>
                </a:cubicBezTo>
                <a:cubicBezTo>
                  <a:pt x="257" y="55"/>
                  <a:pt x="256" y="56"/>
                  <a:pt x="258" y="55"/>
                </a:cubicBezTo>
                <a:cubicBezTo>
                  <a:pt x="258" y="55"/>
                  <a:pt x="263" y="53"/>
                  <a:pt x="264" y="52"/>
                </a:cubicBezTo>
                <a:cubicBezTo>
                  <a:pt x="260" y="53"/>
                  <a:pt x="255" y="56"/>
                  <a:pt x="253" y="56"/>
                </a:cubicBezTo>
                <a:close/>
                <a:moveTo>
                  <a:pt x="264" y="64"/>
                </a:moveTo>
                <a:cubicBezTo>
                  <a:pt x="267" y="64"/>
                  <a:pt x="264" y="65"/>
                  <a:pt x="263" y="65"/>
                </a:cubicBezTo>
                <a:cubicBezTo>
                  <a:pt x="263" y="66"/>
                  <a:pt x="263" y="66"/>
                  <a:pt x="264" y="66"/>
                </a:cubicBezTo>
                <a:cubicBezTo>
                  <a:pt x="264" y="65"/>
                  <a:pt x="265" y="66"/>
                  <a:pt x="267" y="65"/>
                </a:cubicBezTo>
                <a:cubicBezTo>
                  <a:pt x="268" y="64"/>
                  <a:pt x="268" y="64"/>
                  <a:pt x="268" y="63"/>
                </a:cubicBezTo>
                <a:cubicBezTo>
                  <a:pt x="267" y="64"/>
                  <a:pt x="265" y="63"/>
                  <a:pt x="264" y="64"/>
                </a:cubicBezTo>
                <a:close/>
                <a:moveTo>
                  <a:pt x="261" y="65"/>
                </a:moveTo>
                <a:cubicBezTo>
                  <a:pt x="261" y="65"/>
                  <a:pt x="261" y="65"/>
                  <a:pt x="261" y="65"/>
                </a:cubicBezTo>
                <a:cubicBezTo>
                  <a:pt x="263" y="65"/>
                  <a:pt x="266" y="63"/>
                  <a:pt x="264" y="63"/>
                </a:cubicBezTo>
                <a:cubicBezTo>
                  <a:pt x="264" y="64"/>
                  <a:pt x="263" y="64"/>
                  <a:pt x="261" y="65"/>
                </a:cubicBezTo>
                <a:close/>
                <a:moveTo>
                  <a:pt x="253" y="68"/>
                </a:moveTo>
                <a:cubicBezTo>
                  <a:pt x="255" y="68"/>
                  <a:pt x="258" y="67"/>
                  <a:pt x="259" y="67"/>
                </a:cubicBezTo>
                <a:cubicBezTo>
                  <a:pt x="258" y="67"/>
                  <a:pt x="261" y="66"/>
                  <a:pt x="260" y="66"/>
                </a:cubicBezTo>
                <a:cubicBezTo>
                  <a:pt x="257" y="67"/>
                  <a:pt x="256" y="67"/>
                  <a:pt x="253" y="68"/>
                </a:cubicBezTo>
                <a:close/>
                <a:moveTo>
                  <a:pt x="256" y="64"/>
                </a:moveTo>
                <a:cubicBezTo>
                  <a:pt x="258" y="64"/>
                  <a:pt x="255" y="65"/>
                  <a:pt x="257" y="65"/>
                </a:cubicBezTo>
                <a:cubicBezTo>
                  <a:pt x="258" y="64"/>
                  <a:pt x="257" y="64"/>
                  <a:pt x="258" y="63"/>
                </a:cubicBezTo>
                <a:lnTo>
                  <a:pt x="256" y="64"/>
                </a:lnTo>
                <a:close/>
                <a:moveTo>
                  <a:pt x="249" y="75"/>
                </a:moveTo>
                <a:cubicBezTo>
                  <a:pt x="249" y="75"/>
                  <a:pt x="249" y="75"/>
                  <a:pt x="248" y="75"/>
                </a:cubicBezTo>
                <a:cubicBezTo>
                  <a:pt x="247" y="75"/>
                  <a:pt x="250" y="73"/>
                  <a:pt x="247" y="74"/>
                </a:cubicBezTo>
                <a:cubicBezTo>
                  <a:pt x="250" y="74"/>
                  <a:pt x="243" y="77"/>
                  <a:pt x="246" y="77"/>
                </a:cubicBezTo>
                <a:cubicBezTo>
                  <a:pt x="246" y="77"/>
                  <a:pt x="247" y="76"/>
                  <a:pt x="247" y="76"/>
                </a:cubicBezTo>
                <a:cubicBezTo>
                  <a:pt x="246" y="77"/>
                  <a:pt x="246" y="77"/>
                  <a:pt x="247" y="77"/>
                </a:cubicBezTo>
                <a:cubicBezTo>
                  <a:pt x="249" y="75"/>
                  <a:pt x="255" y="74"/>
                  <a:pt x="257" y="72"/>
                </a:cubicBezTo>
                <a:cubicBezTo>
                  <a:pt x="255" y="72"/>
                  <a:pt x="252" y="74"/>
                  <a:pt x="249" y="75"/>
                </a:cubicBezTo>
                <a:close/>
                <a:moveTo>
                  <a:pt x="248" y="62"/>
                </a:moveTo>
                <a:cubicBezTo>
                  <a:pt x="250" y="61"/>
                  <a:pt x="251" y="61"/>
                  <a:pt x="251" y="60"/>
                </a:cubicBezTo>
                <a:cubicBezTo>
                  <a:pt x="249" y="61"/>
                  <a:pt x="248" y="62"/>
                  <a:pt x="248" y="62"/>
                </a:cubicBezTo>
                <a:close/>
                <a:moveTo>
                  <a:pt x="246" y="67"/>
                </a:moveTo>
                <a:cubicBezTo>
                  <a:pt x="243" y="68"/>
                  <a:pt x="245" y="69"/>
                  <a:pt x="248" y="68"/>
                </a:cubicBezTo>
                <a:cubicBezTo>
                  <a:pt x="248" y="67"/>
                  <a:pt x="246" y="68"/>
                  <a:pt x="246" y="67"/>
                </a:cubicBezTo>
                <a:close/>
                <a:moveTo>
                  <a:pt x="244" y="65"/>
                </a:moveTo>
                <a:cubicBezTo>
                  <a:pt x="243" y="65"/>
                  <a:pt x="245" y="64"/>
                  <a:pt x="245" y="63"/>
                </a:cubicBezTo>
                <a:cubicBezTo>
                  <a:pt x="242" y="64"/>
                  <a:pt x="242" y="66"/>
                  <a:pt x="244" y="65"/>
                </a:cubicBezTo>
                <a:close/>
                <a:moveTo>
                  <a:pt x="241" y="72"/>
                </a:moveTo>
                <a:cubicBezTo>
                  <a:pt x="241" y="72"/>
                  <a:pt x="241" y="71"/>
                  <a:pt x="240" y="71"/>
                </a:cubicBezTo>
                <a:cubicBezTo>
                  <a:pt x="240" y="72"/>
                  <a:pt x="239" y="72"/>
                  <a:pt x="239" y="72"/>
                </a:cubicBezTo>
                <a:cubicBezTo>
                  <a:pt x="239" y="72"/>
                  <a:pt x="238" y="73"/>
                  <a:pt x="238" y="73"/>
                </a:cubicBezTo>
                <a:cubicBezTo>
                  <a:pt x="242" y="71"/>
                  <a:pt x="237" y="74"/>
                  <a:pt x="239" y="74"/>
                </a:cubicBezTo>
                <a:cubicBezTo>
                  <a:pt x="243" y="71"/>
                  <a:pt x="246" y="72"/>
                  <a:pt x="248" y="70"/>
                </a:cubicBezTo>
                <a:cubicBezTo>
                  <a:pt x="245" y="70"/>
                  <a:pt x="241" y="73"/>
                  <a:pt x="239" y="73"/>
                </a:cubicBezTo>
                <a:cubicBezTo>
                  <a:pt x="239" y="73"/>
                  <a:pt x="240" y="72"/>
                  <a:pt x="241" y="72"/>
                </a:cubicBezTo>
                <a:close/>
                <a:moveTo>
                  <a:pt x="239" y="71"/>
                </a:moveTo>
                <a:cubicBezTo>
                  <a:pt x="236" y="72"/>
                  <a:pt x="237" y="73"/>
                  <a:pt x="236" y="74"/>
                </a:cubicBezTo>
                <a:cubicBezTo>
                  <a:pt x="238" y="73"/>
                  <a:pt x="239" y="72"/>
                  <a:pt x="239" y="71"/>
                </a:cubicBezTo>
                <a:close/>
                <a:moveTo>
                  <a:pt x="226" y="49"/>
                </a:moveTo>
                <a:cubicBezTo>
                  <a:pt x="226" y="48"/>
                  <a:pt x="225" y="49"/>
                  <a:pt x="227" y="47"/>
                </a:cubicBezTo>
                <a:cubicBezTo>
                  <a:pt x="225" y="49"/>
                  <a:pt x="222" y="49"/>
                  <a:pt x="221" y="51"/>
                </a:cubicBezTo>
                <a:cubicBezTo>
                  <a:pt x="225" y="49"/>
                  <a:pt x="224" y="50"/>
                  <a:pt x="226" y="50"/>
                </a:cubicBezTo>
                <a:cubicBezTo>
                  <a:pt x="224" y="51"/>
                  <a:pt x="224" y="51"/>
                  <a:pt x="222" y="51"/>
                </a:cubicBezTo>
                <a:cubicBezTo>
                  <a:pt x="223" y="52"/>
                  <a:pt x="227" y="50"/>
                  <a:pt x="230" y="49"/>
                </a:cubicBezTo>
                <a:cubicBezTo>
                  <a:pt x="230" y="48"/>
                  <a:pt x="230" y="48"/>
                  <a:pt x="231" y="47"/>
                </a:cubicBezTo>
                <a:cubicBezTo>
                  <a:pt x="231" y="47"/>
                  <a:pt x="231" y="48"/>
                  <a:pt x="233" y="47"/>
                </a:cubicBezTo>
                <a:cubicBezTo>
                  <a:pt x="233" y="46"/>
                  <a:pt x="233" y="46"/>
                  <a:pt x="233" y="46"/>
                </a:cubicBezTo>
                <a:cubicBezTo>
                  <a:pt x="229" y="48"/>
                  <a:pt x="228" y="48"/>
                  <a:pt x="226" y="49"/>
                </a:cubicBezTo>
                <a:close/>
                <a:moveTo>
                  <a:pt x="235" y="57"/>
                </a:moveTo>
                <a:cubicBezTo>
                  <a:pt x="233" y="58"/>
                  <a:pt x="231" y="59"/>
                  <a:pt x="230" y="59"/>
                </a:cubicBezTo>
                <a:cubicBezTo>
                  <a:pt x="228" y="60"/>
                  <a:pt x="231" y="59"/>
                  <a:pt x="232" y="59"/>
                </a:cubicBezTo>
                <a:cubicBezTo>
                  <a:pt x="232" y="59"/>
                  <a:pt x="231" y="59"/>
                  <a:pt x="233" y="58"/>
                </a:cubicBezTo>
                <a:cubicBezTo>
                  <a:pt x="233" y="58"/>
                  <a:pt x="233" y="59"/>
                  <a:pt x="232" y="59"/>
                </a:cubicBezTo>
                <a:cubicBezTo>
                  <a:pt x="234" y="58"/>
                  <a:pt x="236" y="58"/>
                  <a:pt x="236" y="57"/>
                </a:cubicBezTo>
                <a:cubicBezTo>
                  <a:pt x="235" y="57"/>
                  <a:pt x="235" y="57"/>
                  <a:pt x="235" y="57"/>
                </a:cubicBezTo>
                <a:close/>
                <a:moveTo>
                  <a:pt x="235" y="64"/>
                </a:moveTo>
                <a:cubicBezTo>
                  <a:pt x="237" y="63"/>
                  <a:pt x="235" y="65"/>
                  <a:pt x="235" y="65"/>
                </a:cubicBezTo>
                <a:cubicBezTo>
                  <a:pt x="238" y="64"/>
                  <a:pt x="238" y="64"/>
                  <a:pt x="238" y="63"/>
                </a:cubicBezTo>
                <a:cubicBezTo>
                  <a:pt x="237" y="64"/>
                  <a:pt x="235" y="64"/>
                  <a:pt x="235" y="64"/>
                </a:cubicBezTo>
                <a:close/>
                <a:moveTo>
                  <a:pt x="230" y="61"/>
                </a:moveTo>
                <a:cubicBezTo>
                  <a:pt x="230" y="61"/>
                  <a:pt x="228" y="63"/>
                  <a:pt x="231" y="62"/>
                </a:cubicBezTo>
                <a:cubicBezTo>
                  <a:pt x="230" y="62"/>
                  <a:pt x="232" y="60"/>
                  <a:pt x="232" y="60"/>
                </a:cubicBezTo>
                <a:cubicBezTo>
                  <a:pt x="231" y="60"/>
                  <a:pt x="230" y="61"/>
                  <a:pt x="230" y="61"/>
                </a:cubicBezTo>
                <a:close/>
                <a:moveTo>
                  <a:pt x="227" y="61"/>
                </a:moveTo>
                <a:cubicBezTo>
                  <a:pt x="227" y="62"/>
                  <a:pt x="227" y="62"/>
                  <a:pt x="227" y="62"/>
                </a:cubicBezTo>
                <a:cubicBezTo>
                  <a:pt x="228" y="61"/>
                  <a:pt x="229" y="60"/>
                  <a:pt x="230" y="60"/>
                </a:cubicBezTo>
                <a:cubicBezTo>
                  <a:pt x="230" y="60"/>
                  <a:pt x="229" y="60"/>
                  <a:pt x="227" y="61"/>
                </a:cubicBezTo>
                <a:close/>
                <a:moveTo>
                  <a:pt x="225" y="71"/>
                </a:moveTo>
                <a:cubicBezTo>
                  <a:pt x="228" y="69"/>
                  <a:pt x="229" y="68"/>
                  <a:pt x="232" y="66"/>
                </a:cubicBezTo>
                <a:cubicBezTo>
                  <a:pt x="230" y="67"/>
                  <a:pt x="232" y="66"/>
                  <a:pt x="232" y="65"/>
                </a:cubicBezTo>
                <a:cubicBezTo>
                  <a:pt x="230" y="67"/>
                  <a:pt x="226" y="67"/>
                  <a:pt x="226" y="68"/>
                </a:cubicBezTo>
                <a:cubicBezTo>
                  <a:pt x="227" y="69"/>
                  <a:pt x="228" y="67"/>
                  <a:pt x="230" y="67"/>
                </a:cubicBezTo>
                <a:cubicBezTo>
                  <a:pt x="230" y="67"/>
                  <a:pt x="231" y="67"/>
                  <a:pt x="231" y="67"/>
                </a:cubicBezTo>
                <a:cubicBezTo>
                  <a:pt x="228" y="69"/>
                  <a:pt x="225" y="70"/>
                  <a:pt x="225" y="71"/>
                </a:cubicBezTo>
                <a:close/>
                <a:moveTo>
                  <a:pt x="228" y="73"/>
                </a:moveTo>
                <a:cubicBezTo>
                  <a:pt x="228" y="73"/>
                  <a:pt x="228" y="72"/>
                  <a:pt x="226" y="73"/>
                </a:cubicBezTo>
                <a:cubicBezTo>
                  <a:pt x="227" y="74"/>
                  <a:pt x="227" y="74"/>
                  <a:pt x="227" y="74"/>
                </a:cubicBezTo>
                <a:cubicBezTo>
                  <a:pt x="228" y="73"/>
                  <a:pt x="231" y="72"/>
                  <a:pt x="230" y="72"/>
                </a:cubicBezTo>
                <a:lnTo>
                  <a:pt x="228" y="73"/>
                </a:lnTo>
                <a:close/>
                <a:moveTo>
                  <a:pt x="221" y="77"/>
                </a:moveTo>
                <a:cubicBezTo>
                  <a:pt x="221" y="77"/>
                  <a:pt x="224" y="76"/>
                  <a:pt x="225" y="76"/>
                </a:cubicBezTo>
                <a:cubicBezTo>
                  <a:pt x="224" y="77"/>
                  <a:pt x="222" y="78"/>
                  <a:pt x="221" y="79"/>
                </a:cubicBezTo>
                <a:cubicBezTo>
                  <a:pt x="223" y="78"/>
                  <a:pt x="225" y="77"/>
                  <a:pt x="227" y="76"/>
                </a:cubicBezTo>
                <a:cubicBezTo>
                  <a:pt x="228" y="75"/>
                  <a:pt x="227" y="75"/>
                  <a:pt x="226" y="74"/>
                </a:cubicBezTo>
                <a:cubicBezTo>
                  <a:pt x="224" y="75"/>
                  <a:pt x="223" y="76"/>
                  <a:pt x="222" y="77"/>
                </a:cubicBezTo>
                <a:cubicBezTo>
                  <a:pt x="222" y="76"/>
                  <a:pt x="221" y="76"/>
                  <a:pt x="221" y="77"/>
                </a:cubicBezTo>
                <a:close/>
                <a:moveTo>
                  <a:pt x="224" y="73"/>
                </a:moveTo>
                <a:cubicBezTo>
                  <a:pt x="220" y="76"/>
                  <a:pt x="220" y="76"/>
                  <a:pt x="220" y="76"/>
                </a:cubicBezTo>
                <a:cubicBezTo>
                  <a:pt x="222" y="76"/>
                  <a:pt x="221" y="76"/>
                  <a:pt x="224" y="75"/>
                </a:cubicBezTo>
                <a:cubicBezTo>
                  <a:pt x="223" y="74"/>
                  <a:pt x="226" y="73"/>
                  <a:pt x="224" y="73"/>
                </a:cubicBezTo>
                <a:close/>
                <a:moveTo>
                  <a:pt x="206" y="64"/>
                </a:moveTo>
                <a:cubicBezTo>
                  <a:pt x="207" y="65"/>
                  <a:pt x="208" y="64"/>
                  <a:pt x="207" y="65"/>
                </a:cubicBezTo>
                <a:cubicBezTo>
                  <a:pt x="212" y="62"/>
                  <a:pt x="208" y="64"/>
                  <a:pt x="209" y="63"/>
                </a:cubicBezTo>
                <a:cubicBezTo>
                  <a:pt x="210" y="62"/>
                  <a:pt x="210" y="63"/>
                  <a:pt x="212" y="62"/>
                </a:cubicBezTo>
                <a:cubicBezTo>
                  <a:pt x="212" y="61"/>
                  <a:pt x="209" y="62"/>
                  <a:pt x="206" y="64"/>
                </a:cubicBezTo>
                <a:close/>
                <a:moveTo>
                  <a:pt x="197" y="73"/>
                </a:moveTo>
                <a:cubicBezTo>
                  <a:pt x="198" y="73"/>
                  <a:pt x="198" y="72"/>
                  <a:pt x="198" y="73"/>
                </a:cubicBezTo>
                <a:cubicBezTo>
                  <a:pt x="199" y="72"/>
                  <a:pt x="200" y="71"/>
                  <a:pt x="200" y="71"/>
                </a:cubicBezTo>
                <a:cubicBezTo>
                  <a:pt x="198" y="72"/>
                  <a:pt x="201" y="70"/>
                  <a:pt x="200" y="70"/>
                </a:cubicBezTo>
                <a:cubicBezTo>
                  <a:pt x="197" y="72"/>
                  <a:pt x="200" y="72"/>
                  <a:pt x="197" y="73"/>
                </a:cubicBezTo>
                <a:close/>
                <a:moveTo>
                  <a:pt x="196" y="70"/>
                </a:moveTo>
                <a:cubicBezTo>
                  <a:pt x="196" y="71"/>
                  <a:pt x="198" y="69"/>
                  <a:pt x="197" y="71"/>
                </a:cubicBezTo>
                <a:cubicBezTo>
                  <a:pt x="200" y="69"/>
                  <a:pt x="198" y="68"/>
                  <a:pt x="196" y="70"/>
                </a:cubicBezTo>
                <a:close/>
                <a:moveTo>
                  <a:pt x="191" y="75"/>
                </a:moveTo>
                <a:cubicBezTo>
                  <a:pt x="192" y="74"/>
                  <a:pt x="194" y="72"/>
                  <a:pt x="192" y="73"/>
                </a:cubicBezTo>
                <a:cubicBezTo>
                  <a:pt x="192" y="74"/>
                  <a:pt x="189" y="75"/>
                  <a:pt x="191" y="75"/>
                </a:cubicBezTo>
                <a:close/>
                <a:moveTo>
                  <a:pt x="187" y="76"/>
                </a:moveTo>
                <a:cubicBezTo>
                  <a:pt x="186" y="77"/>
                  <a:pt x="184" y="78"/>
                  <a:pt x="185" y="79"/>
                </a:cubicBezTo>
                <a:cubicBezTo>
                  <a:pt x="185" y="78"/>
                  <a:pt x="187" y="77"/>
                  <a:pt x="187" y="78"/>
                </a:cubicBezTo>
                <a:cubicBezTo>
                  <a:pt x="186" y="78"/>
                  <a:pt x="187" y="78"/>
                  <a:pt x="188" y="77"/>
                </a:cubicBezTo>
                <a:cubicBezTo>
                  <a:pt x="189" y="76"/>
                  <a:pt x="189" y="76"/>
                  <a:pt x="187" y="76"/>
                </a:cubicBezTo>
                <a:close/>
                <a:moveTo>
                  <a:pt x="186" y="75"/>
                </a:moveTo>
                <a:cubicBezTo>
                  <a:pt x="185" y="76"/>
                  <a:pt x="184" y="77"/>
                  <a:pt x="184" y="77"/>
                </a:cubicBezTo>
                <a:cubicBezTo>
                  <a:pt x="183" y="78"/>
                  <a:pt x="188" y="76"/>
                  <a:pt x="188" y="75"/>
                </a:cubicBezTo>
                <a:cubicBezTo>
                  <a:pt x="186" y="76"/>
                  <a:pt x="187" y="75"/>
                  <a:pt x="186" y="75"/>
                </a:cubicBezTo>
                <a:close/>
                <a:moveTo>
                  <a:pt x="186" y="95"/>
                </a:moveTo>
                <a:cubicBezTo>
                  <a:pt x="187" y="94"/>
                  <a:pt x="186" y="95"/>
                  <a:pt x="186" y="95"/>
                </a:cubicBezTo>
                <a:cubicBezTo>
                  <a:pt x="191" y="92"/>
                  <a:pt x="191" y="92"/>
                  <a:pt x="191" y="92"/>
                </a:cubicBezTo>
                <a:cubicBezTo>
                  <a:pt x="192" y="92"/>
                  <a:pt x="191" y="93"/>
                  <a:pt x="193" y="92"/>
                </a:cubicBezTo>
                <a:cubicBezTo>
                  <a:pt x="192" y="92"/>
                  <a:pt x="195" y="91"/>
                  <a:pt x="195" y="90"/>
                </a:cubicBezTo>
                <a:cubicBezTo>
                  <a:pt x="194" y="91"/>
                  <a:pt x="193" y="90"/>
                  <a:pt x="192" y="91"/>
                </a:cubicBezTo>
                <a:cubicBezTo>
                  <a:pt x="190" y="93"/>
                  <a:pt x="187" y="94"/>
                  <a:pt x="186" y="95"/>
                </a:cubicBezTo>
                <a:close/>
                <a:moveTo>
                  <a:pt x="178" y="81"/>
                </a:moveTo>
                <a:cubicBezTo>
                  <a:pt x="176" y="83"/>
                  <a:pt x="179" y="82"/>
                  <a:pt x="180" y="81"/>
                </a:cubicBezTo>
                <a:cubicBezTo>
                  <a:pt x="181" y="80"/>
                  <a:pt x="183" y="79"/>
                  <a:pt x="183" y="79"/>
                </a:cubicBezTo>
                <a:cubicBezTo>
                  <a:pt x="180" y="81"/>
                  <a:pt x="183" y="78"/>
                  <a:pt x="178" y="81"/>
                </a:cubicBezTo>
                <a:close/>
                <a:moveTo>
                  <a:pt x="182" y="80"/>
                </a:moveTo>
                <a:cubicBezTo>
                  <a:pt x="182" y="81"/>
                  <a:pt x="178" y="83"/>
                  <a:pt x="179" y="83"/>
                </a:cubicBezTo>
                <a:cubicBezTo>
                  <a:pt x="181" y="82"/>
                  <a:pt x="182" y="82"/>
                  <a:pt x="183" y="81"/>
                </a:cubicBezTo>
                <a:cubicBezTo>
                  <a:pt x="180" y="82"/>
                  <a:pt x="186" y="79"/>
                  <a:pt x="182" y="80"/>
                </a:cubicBezTo>
                <a:close/>
                <a:moveTo>
                  <a:pt x="182" y="82"/>
                </a:moveTo>
                <a:cubicBezTo>
                  <a:pt x="180" y="84"/>
                  <a:pt x="178" y="86"/>
                  <a:pt x="180" y="86"/>
                </a:cubicBezTo>
                <a:cubicBezTo>
                  <a:pt x="180" y="85"/>
                  <a:pt x="183" y="83"/>
                  <a:pt x="181" y="85"/>
                </a:cubicBezTo>
                <a:cubicBezTo>
                  <a:pt x="186" y="82"/>
                  <a:pt x="180" y="85"/>
                  <a:pt x="183" y="82"/>
                </a:cubicBezTo>
                <a:cubicBezTo>
                  <a:pt x="182" y="82"/>
                  <a:pt x="182" y="83"/>
                  <a:pt x="182" y="82"/>
                </a:cubicBezTo>
                <a:close/>
                <a:moveTo>
                  <a:pt x="165" y="91"/>
                </a:moveTo>
                <a:cubicBezTo>
                  <a:pt x="163" y="92"/>
                  <a:pt x="163" y="92"/>
                  <a:pt x="163" y="93"/>
                </a:cubicBezTo>
                <a:cubicBezTo>
                  <a:pt x="163" y="92"/>
                  <a:pt x="159" y="95"/>
                  <a:pt x="158" y="95"/>
                </a:cubicBezTo>
                <a:cubicBezTo>
                  <a:pt x="159" y="96"/>
                  <a:pt x="163" y="93"/>
                  <a:pt x="166" y="91"/>
                </a:cubicBezTo>
                <a:cubicBezTo>
                  <a:pt x="165" y="91"/>
                  <a:pt x="167" y="90"/>
                  <a:pt x="165" y="91"/>
                </a:cubicBezTo>
                <a:close/>
                <a:moveTo>
                  <a:pt x="167" y="91"/>
                </a:moveTo>
                <a:cubicBezTo>
                  <a:pt x="169" y="90"/>
                  <a:pt x="169" y="90"/>
                  <a:pt x="171" y="90"/>
                </a:cubicBezTo>
                <a:cubicBezTo>
                  <a:pt x="171" y="88"/>
                  <a:pt x="176" y="85"/>
                  <a:pt x="178" y="83"/>
                </a:cubicBezTo>
                <a:cubicBezTo>
                  <a:pt x="176" y="84"/>
                  <a:pt x="176" y="82"/>
                  <a:pt x="174" y="84"/>
                </a:cubicBezTo>
                <a:cubicBezTo>
                  <a:pt x="175" y="85"/>
                  <a:pt x="170" y="87"/>
                  <a:pt x="170" y="88"/>
                </a:cubicBezTo>
                <a:cubicBezTo>
                  <a:pt x="169" y="88"/>
                  <a:pt x="169" y="88"/>
                  <a:pt x="169" y="87"/>
                </a:cubicBezTo>
                <a:cubicBezTo>
                  <a:pt x="166" y="90"/>
                  <a:pt x="167" y="90"/>
                  <a:pt x="167" y="91"/>
                </a:cubicBezTo>
                <a:close/>
                <a:moveTo>
                  <a:pt x="173" y="93"/>
                </a:moveTo>
                <a:cubicBezTo>
                  <a:pt x="174" y="92"/>
                  <a:pt x="173" y="94"/>
                  <a:pt x="176" y="92"/>
                </a:cubicBezTo>
                <a:cubicBezTo>
                  <a:pt x="176" y="91"/>
                  <a:pt x="175" y="92"/>
                  <a:pt x="176" y="91"/>
                </a:cubicBezTo>
                <a:cubicBezTo>
                  <a:pt x="174" y="92"/>
                  <a:pt x="173" y="92"/>
                  <a:pt x="173" y="93"/>
                </a:cubicBezTo>
                <a:close/>
                <a:moveTo>
                  <a:pt x="174" y="104"/>
                </a:moveTo>
                <a:cubicBezTo>
                  <a:pt x="174" y="105"/>
                  <a:pt x="181" y="100"/>
                  <a:pt x="180" y="100"/>
                </a:cubicBezTo>
                <a:cubicBezTo>
                  <a:pt x="177" y="102"/>
                  <a:pt x="177" y="103"/>
                  <a:pt x="174" y="104"/>
                </a:cubicBezTo>
                <a:close/>
                <a:moveTo>
                  <a:pt x="164" y="99"/>
                </a:moveTo>
                <a:cubicBezTo>
                  <a:pt x="166" y="98"/>
                  <a:pt x="169" y="96"/>
                  <a:pt x="170" y="95"/>
                </a:cubicBezTo>
                <a:cubicBezTo>
                  <a:pt x="167" y="97"/>
                  <a:pt x="165" y="97"/>
                  <a:pt x="164" y="99"/>
                </a:cubicBezTo>
                <a:close/>
                <a:moveTo>
                  <a:pt x="159" y="99"/>
                </a:moveTo>
                <a:cubicBezTo>
                  <a:pt x="159" y="100"/>
                  <a:pt x="158" y="100"/>
                  <a:pt x="158" y="100"/>
                </a:cubicBezTo>
                <a:cubicBezTo>
                  <a:pt x="160" y="99"/>
                  <a:pt x="160" y="98"/>
                  <a:pt x="161" y="97"/>
                </a:cubicBezTo>
                <a:cubicBezTo>
                  <a:pt x="161" y="97"/>
                  <a:pt x="161" y="98"/>
                  <a:pt x="162" y="97"/>
                </a:cubicBezTo>
                <a:cubicBezTo>
                  <a:pt x="163" y="96"/>
                  <a:pt x="162" y="97"/>
                  <a:pt x="162" y="97"/>
                </a:cubicBezTo>
                <a:cubicBezTo>
                  <a:pt x="158" y="99"/>
                  <a:pt x="158" y="99"/>
                  <a:pt x="158" y="99"/>
                </a:cubicBezTo>
                <a:cubicBezTo>
                  <a:pt x="158" y="100"/>
                  <a:pt x="157" y="102"/>
                  <a:pt x="159" y="99"/>
                </a:cubicBezTo>
                <a:close/>
                <a:moveTo>
                  <a:pt x="153" y="99"/>
                </a:moveTo>
                <a:cubicBezTo>
                  <a:pt x="153" y="99"/>
                  <a:pt x="152" y="100"/>
                  <a:pt x="153" y="101"/>
                </a:cubicBezTo>
                <a:cubicBezTo>
                  <a:pt x="151" y="101"/>
                  <a:pt x="149" y="103"/>
                  <a:pt x="150" y="103"/>
                </a:cubicBezTo>
                <a:cubicBezTo>
                  <a:pt x="154" y="100"/>
                  <a:pt x="153" y="100"/>
                  <a:pt x="156" y="98"/>
                </a:cubicBezTo>
                <a:cubicBezTo>
                  <a:pt x="155" y="98"/>
                  <a:pt x="155" y="98"/>
                  <a:pt x="154" y="98"/>
                </a:cubicBezTo>
                <a:cubicBezTo>
                  <a:pt x="154" y="100"/>
                  <a:pt x="154" y="98"/>
                  <a:pt x="153" y="99"/>
                </a:cubicBezTo>
                <a:close/>
                <a:moveTo>
                  <a:pt x="160" y="120"/>
                </a:moveTo>
                <a:cubicBezTo>
                  <a:pt x="160" y="120"/>
                  <a:pt x="160" y="121"/>
                  <a:pt x="161" y="120"/>
                </a:cubicBezTo>
                <a:cubicBezTo>
                  <a:pt x="162" y="119"/>
                  <a:pt x="165" y="116"/>
                  <a:pt x="163" y="117"/>
                </a:cubicBezTo>
                <a:cubicBezTo>
                  <a:pt x="163" y="117"/>
                  <a:pt x="162" y="119"/>
                  <a:pt x="160" y="120"/>
                </a:cubicBezTo>
                <a:close/>
                <a:moveTo>
                  <a:pt x="150" y="106"/>
                </a:moveTo>
                <a:cubicBezTo>
                  <a:pt x="148" y="108"/>
                  <a:pt x="154" y="103"/>
                  <a:pt x="151" y="106"/>
                </a:cubicBezTo>
                <a:cubicBezTo>
                  <a:pt x="154" y="104"/>
                  <a:pt x="154" y="104"/>
                  <a:pt x="154" y="104"/>
                </a:cubicBezTo>
                <a:cubicBezTo>
                  <a:pt x="154" y="103"/>
                  <a:pt x="153" y="104"/>
                  <a:pt x="154" y="103"/>
                </a:cubicBezTo>
                <a:cubicBezTo>
                  <a:pt x="151" y="105"/>
                  <a:pt x="151" y="105"/>
                  <a:pt x="150" y="106"/>
                </a:cubicBezTo>
                <a:close/>
                <a:moveTo>
                  <a:pt x="146" y="105"/>
                </a:moveTo>
                <a:cubicBezTo>
                  <a:pt x="142" y="108"/>
                  <a:pt x="147" y="106"/>
                  <a:pt x="145" y="108"/>
                </a:cubicBezTo>
                <a:cubicBezTo>
                  <a:pt x="147" y="106"/>
                  <a:pt x="146" y="106"/>
                  <a:pt x="149" y="104"/>
                </a:cubicBezTo>
                <a:cubicBezTo>
                  <a:pt x="148" y="104"/>
                  <a:pt x="149" y="103"/>
                  <a:pt x="149" y="103"/>
                </a:cubicBezTo>
                <a:cubicBezTo>
                  <a:pt x="145" y="105"/>
                  <a:pt x="149" y="103"/>
                  <a:pt x="146" y="106"/>
                </a:cubicBezTo>
                <a:cubicBezTo>
                  <a:pt x="146" y="105"/>
                  <a:pt x="147" y="104"/>
                  <a:pt x="146" y="105"/>
                </a:cubicBezTo>
                <a:close/>
                <a:moveTo>
                  <a:pt x="153" y="120"/>
                </a:moveTo>
                <a:cubicBezTo>
                  <a:pt x="156" y="118"/>
                  <a:pt x="154" y="119"/>
                  <a:pt x="157" y="116"/>
                </a:cubicBezTo>
                <a:cubicBezTo>
                  <a:pt x="156" y="117"/>
                  <a:pt x="154" y="118"/>
                  <a:pt x="152" y="119"/>
                </a:cubicBezTo>
                <a:cubicBezTo>
                  <a:pt x="154" y="119"/>
                  <a:pt x="151" y="121"/>
                  <a:pt x="149" y="122"/>
                </a:cubicBezTo>
                <a:cubicBezTo>
                  <a:pt x="148" y="124"/>
                  <a:pt x="152" y="120"/>
                  <a:pt x="151" y="122"/>
                </a:cubicBezTo>
                <a:cubicBezTo>
                  <a:pt x="153" y="120"/>
                  <a:pt x="153" y="119"/>
                  <a:pt x="154" y="119"/>
                </a:cubicBezTo>
                <a:cubicBezTo>
                  <a:pt x="154" y="119"/>
                  <a:pt x="153" y="120"/>
                  <a:pt x="153" y="120"/>
                </a:cubicBezTo>
                <a:close/>
                <a:moveTo>
                  <a:pt x="136" y="117"/>
                </a:moveTo>
                <a:cubicBezTo>
                  <a:pt x="139" y="115"/>
                  <a:pt x="135" y="118"/>
                  <a:pt x="135" y="118"/>
                </a:cubicBezTo>
                <a:cubicBezTo>
                  <a:pt x="138" y="116"/>
                  <a:pt x="140" y="115"/>
                  <a:pt x="142" y="113"/>
                </a:cubicBezTo>
                <a:cubicBezTo>
                  <a:pt x="142" y="112"/>
                  <a:pt x="147" y="109"/>
                  <a:pt x="148" y="107"/>
                </a:cubicBezTo>
                <a:cubicBezTo>
                  <a:pt x="147" y="108"/>
                  <a:pt x="146" y="108"/>
                  <a:pt x="146" y="108"/>
                </a:cubicBezTo>
                <a:cubicBezTo>
                  <a:pt x="144" y="109"/>
                  <a:pt x="144" y="110"/>
                  <a:pt x="142" y="111"/>
                </a:cubicBezTo>
                <a:cubicBezTo>
                  <a:pt x="141" y="113"/>
                  <a:pt x="142" y="113"/>
                  <a:pt x="141" y="113"/>
                </a:cubicBezTo>
                <a:cubicBezTo>
                  <a:pt x="140" y="113"/>
                  <a:pt x="136" y="116"/>
                  <a:pt x="136" y="117"/>
                </a:cubicBezTo>
                <a:close/>
                <a:moveTo>
                  <a:pt x="153" y="123"/>
                </a:moveTo>
                <a:cubicBezTo>
                  <a:pt x="154" y="123"/>
                  <a:pt x="157" y="120"/>
                  <a:pt x="156" y="120"/>
                </a:cubicBezTo>
                <a:cubicBezTo>
                  <a:pt x="155" y="121"/>
                  <a:pt x="152" y="123"/>
                  <a:pt x="153" y="123"/>
                </a:cubicBezTo>
                <a:close/>
                <a:moveTo>
                  <a:pt x="137" y="109"/>
                </a:moveTo>
                <a:cubicBezTo>
                  <a:pt x="139" y="108"/>
                  <a:pt x="141" y="106"/>
                  <a:pt x="141" y="106"/>
                </a:cubicBezTo>
                <a:cubicBezTo>
                  <a:pt x="139" y="107"/>
                  <a:pt x="137" y="109"/>
                  <a:pt x="137" y="109"/>
                </a:cubicBezTo>
                <a:close/>
                <a:moveTo>
                  <a:pt x="136" y="114"/>
                </a:moveTo>
                <a:cubicBezTo>
                  <a:pt x="138" y="114"/>
                  <a:pt x="137" y="113"/>
                  <a:pt x="137" y="115"/>
                </a:cubicBezTo>
                <a:cubicBezTo>
                  <a:pt x="138" y="114"/>
                  <a:pt x="138" y="113"/>
                  <a:pt x="141" y="111"/>
                </a:cubicBezTo>
                <a:cubicBezTo>
                  <a:pt x="142" y="110"/>
                  <a:pt x="141" y="111"/>
                  <a:pt x="140" y="111"/>
                </a:cubicBezTo>
                <a:cubicBezTo>
                  <a:pt x="141" y="110"/>
                  <a:pt x="142" y="110"/>
                  <a:pt x="143" y="109"/>
                </a:cubicBezTo>
                <a:cubicBezTo>
                  <a:pt x="143" y="109"/>
                  <a:pt x="144" y="108"/>
                  <a:pt x="143" y="108"/>
                </a:cubicBezTo>
                <a:cubicBezTo>
                  <a:pt x="141" y="111"/>
                  <a:pt x="139" y="111"/>
                  <a:pt x="136" y="114"/>
                </a:cubicBezTo>
                <a:close/>
                <a:moveTo>
                  <a:pt x="142" y="117"/>
                </a:moveTo>
                <a:cubicBezTo>
                  <a:pt x="140" y="118"/>
                  <a:pt x="142" y="116"/>
                  <a:pt x="144" y="115"/>
                </a:cubicBezTo>
                <a:cubicBezTo>
                  <a:pt x="144" y="114"/>
                  <a:pt x="142" y="115"/>
                  <a:pt x="141" y="116"/>
                </a:cubicBezTo>
                <a:cubicBezTo>
                  <a:pt x="141" y="116"/>
                  <a:pt x="141" y="117"/>
                  <a:pt x="140" y="117"/>
                </a:cubicBezTo>
                <a:cubicBezTo>
                  <a:pt x="137" y="118"/>
                  <a:pt x="139" y="119"/>
                  <a:pt x="136" y="120"/>
                </a:cubicBezTo>
                <a:cubicBezTo>
                  <a:pt x="136" y="121"/>
                  <a:pt x="133" y="123"/>
                  <a:pt x="132" y="124"/>
                </a:cubicBezTo>
                <a:cubicBezTo>
                  <a:pt x="133" y="124"/>
                  <a:pt x="131" y="125"/>
                  <a:pt x="131" y="126"/>
                </a:cubicBezTo>
                <a:cubicBezTo>
                  <a:pt x="133" y="124"/>
                  <a:pt x="135" y="122"/>
                  <a:pt x="134" y="124"/>
                </a:cubicBezTo>
                <a:cubicBezTo>
                  <a:pt x="135" y="124"/>
                  <a:pt x="139" y="121"/>
                  <a:pt x="138" y="121"/>
                </a:cubicBezTo>
                <a:cubicBezTo>
                  <a:pt x="137" y="121"/>
                  <a:pt x="135" y="124"/>
                  <a:pt x="135" y="123"/>
                </a:cubicBezTo>
                <a:cubicBezTo>
                  <a:pt x="136" y="122"/>
                  <a:pt x="135" y="122"/>
                  <a:pt x="137" y="121"/>
                </a:cubicBezTo>
                <a:cubicBezTo>
                  <a:pt x="139" y="119"/>
                  <a:pt x="142" y="117"/>
                  <a:pt x="142" y="117"/>
                </a:cubicBezTo>
                <a:close/>
                <a:moveTo>
                  <a:pt x="143" y="118"/>
                </a:moveTo>
                <a:cubicBezTo>
                  <a:pt x="141" y="119"/>
                  <a:pt x="141" y="119"/>
                  <a:pt x="141" y="119"/>
                </a:cubicBezTo>
                <a:cubicBezTo>
                  <a:pt x="140" y="120"/>
                  <a:pt x="140" y="120"/>
                  <a:pt x="141" y="121"/>
                </a:cubicBezTo>
                <a:cubicBezTo>
                  <a:pt x="143" y="119"/>
                  <a:pt x="142" y="119"/>
                  <a:pt x="143" y="118"/>
                </a:cubicBezTo>
                <a:cubicBezTo>
                  <a:pt x="143" y="119"/>
                  <a:pt x="144" y="118"/>
                  <a:pt x="145" y="117"/>
                </a:cubicBezTo>
                <a:cubicBezTo>
                  <a:pt x="143" y="118"/>
                  <a:pt x="144" y="117"/>
                  <a:pt x="143" y="118"/>
                </a:cubicBezTo>
                <a:close/>
                <a:moveTo>
                  <a:pt x="146" y="128"/>
                </a:moveTo>
                <a:cubicBezTo>
                  <a:pt x="147" y="128"/>
                  <a:pt x="145" y="129"/>
                  <a:pt x="145" y="130"/>
                </a:cubicBezTo>
                <a:cubicBezTo>
                  <a:pt x="146" y="129"/>
                  <a:pt x="146" y="129"/>
                  <a:pt x="148" y="128"/>
                </a:cubicBezTo>
                <a:cubicBezTo>
                  <a:pt x="147" y="128"/>
                  <a:pt x="147" y="127"/>
                  <a:pt x="148" y="127"/>
                </a:cubicBezTo>
                <a:cubicBezTo>
                  <a:pt x="147" y="127"/>
                  <a:pt x="146" y="128"/>
                  <a:pt x="146" y="128"/>
                </a:cubicBezTo>
                <a:close/>
                <a:moveTo>
                  <a:pt x="133" y="117"/>
                </a:moveTo>
                <a:cubicBezTo>
                  <a:pt x="133" y="118"/>
                  <a:pt x="134" y="117"/>
                  <a:pt x="135" y="117"/>
                </a:cubicBezTo>
                <a:cubicBezTo>
                  <a:pt x="136" y="116"/>
                  <a:pt x="137" y="115"/>
                  <a:pt x="137" y="115"/>
                </a:cubicBezTo>
                <a:cubicBezTo>
                  <a:pt x="136" y="116"/>
                  <a:pt x="135" y="115"/>
                  <a:pt x="133" y="117"/>
                </a:cubicBezTo>
                <a:close/>
                <a:moveTo>
                  <a:pt x="144" y="129"/>
                </a:moveTo>
                <a:cubicBezTo>
                  <a:pt x="143" y="129"/>
                  <a:pt x="141" y="129"/>
                  <a:pt x="139" y="132"/>
                </a:cubicBezTo>
                <a:cubicBezTo>
                  <a:pt x="139" y="133"/>
                  <a:pt x="145" y="129"/>
                  <a:pt x="146" y="127"/>
                </a:cubicBezTo>
                <a:cubicBezTo>
                  <a:pt x="145" y="128"/>
                  <a:pt x="144" y="128"/>
                  <a:pt x="144" y="129"/>
                </a:cubicBezTo>
                <a:close/>
                <a:moveTo>
                  <a:pt x="133" y="117"/>
                </a:moveTo>
                <a:cubicBezTo>
                  <a:pt x="132" y="118"/>
                  <a:pt x="132" y="117"/>
                  <a:pt x="131" y="118"/>
                </a:cubicBezTo>
                <a:cubicBezTo>
                  <a:pt x="131" y="119"/>
                  <a:pt x="133" y="117"/>
                  <a:pt x="135" y="116"/>
                </a:cubicBezTo>
                <a:cubicBezTo>
                  <a:pt x="134" y="116"/>
                  <a:pt x="136" y="114"/>
                  <a:pt x="134" y="115"/>
                </a:cubicBezTo>
                <a:cubicBezTo>
                  <a:pt x="134" y="116"/>
                  <a:pt x="134" y="116"/>
                  <a:pt x="133" y="117"/>
                </a:cubicBezTo>
                <a:close/>
                <a:moveTo>
                  <a:pt x="138" y="122"/>
                </a:moveTo>
                <a:cubicBezTo>
                  <a:pt x="137" y="123"/>
                  <a:pt x="137" y="123"/>
                  <a:pt x="139" y="122"/>
                </a:cubicBezTo>
                <a:cubicBezTo>
                  <a:pt x="140" y="121"/>
                  <a:pt x="140" y="120"/>
                  <a:pt x="138" y="122"/>
                </a:cubicBezTo>
                <a:close/>
                <a:moveTo>
                  <a:pt x="139" y="137"/>
                </a:moveTo>
                <a:cubicBezTo>
                  <a:pt x="141" y="135"/>
                  <a:pt x="141" y="137"/>
                  <a:pt x="139" y="138"/>
                </a:cubicBezTo>
                <a:cubicBezTo>
                  <a:pt x="140" y="137"/>
                  <a:pt x="141" y="137"/>
                  <a:pt x="142" y="136"/>
                </a:cubicBezTo>
                <a:cubicBezTo>
                  <a:pt x="142" y="135"/>
                  <a:pt x="142" y="135"/>
                  <a:pt x="142" y="135"/>
                </a:cubicBezTo>
                <a:cubicBezTo>
                  <a:pt x="142" y="135"/>
                  <a:pt x="143" y="134"/>
                  <a:pt x="144" y="134"/>
                </a:cubicBezTo>
                <a:cubicBezTo>
                  <a:pt x="142" y="136"/>
                  <a:pt x="138" y="139"/>
                  <a:pt x="138" y="140"/>
                </a:cubicBezTo>
                <a:cubicBezTo>
                  <a:pt x="138" y="140"/>
                  <a:pt x="137" y="141"/>
                  <a:pt x="136" y="141"/>
                </a:cubicBezTo>
                <a:cubicBezTo>
                  <a:pt x="138" y="140"/>
                  <a:pt x="138" y="139"/>
                  <a:pt x="139" y="138"/>
                </a:cubicBezTo>
                <a:cubicBezTo>
                  <a:pt x="139" y="137"/>
                  <a:pt x="136" y="138"/>
                  <a:pt x="133" y="141"/>
                </a:cubicBezTo>
                <a:cubicBezTo>
                  <a:pt x="134" y="141"/>
                  <a:pt x="136" y="139"/>
                  <a:pt x="137" y="139"/>
                </a:cubicBezTo>
                <a:cubicBezTo>
                  <a:pt x="137" y="139"/>
                  <a:pt x="138" y="139"/>
                  <a:pt x="138" y="139"/>
                </a:cubicBezTo>
                <a:cubicBezTo>
                  <a:pt x="135" y="142"/>
                  <a:pt x="132" y="145"/>
                  <a:pt x="132" y="146"/>
                </a:cubicBezTo>
                <a:cubicBezTo>
                  <a:pt x="133" y="145"/>
                  <a:pt x="135" y="144"/>
                  <a:pt x="135" y="143"/>
                </a:cubicBezTo>
                <a:cubicBezTo>
                  <a:pt x="134" y="144"/>
                  <a:pt x="134" y="144"/>
                  <a:pt x="134" y="144"/>
                </a:cubicBezTo>
                <a:cubicBezTo>
                  <a:pt x="135" y="144"/>
                  <a:pt x="136" y="142"/>
                  <a:pt x="136" y="142"/>
                </a:cubicBezTo>
                <a:cubicBezTo>
                  <a:pt x="137" y="142"/>
                  <a:pt x="134" y="145"/>
                  <a:pt x="137" y="143"/>
                </a:cubicBezTo>
                <a:cubicBezTo>
                  <a:pt x="136" y="142"/>
                  <a:pt x="139" y="141"/>
                  <a:pt x="140" y="141"/>
                </a:cubicBezTo>
                <a:cubicBezTo>
                  <a:pt x="139" y="140"/>
                  <a:pt x="141" y="139"/>
                  <a:pt x="141" y="139"/>
                </a:cubicBezTo>
                <a:cubicBezTo>
                  <a:pt x="140" y="139"/>
                  <a:pt x="140" y="139"/>
                  <a:pt x="141" y="138"/>
                </a:cubicBezTo>
                <a:cubicBezTo>
                  <a:pt x="144" y="136"/>
                  <a:pt x="146" y="134"/>
                  <a:pt x="148" y="133"/>
                </a:cubicBezTo>
                <a:cubicBezTo>
                  <a:pt x="147" y="133"/>
                  <a:pt x="143" y="135"/>
                  <a:pt x="146" y="132"/>
                </a:cubicBezTo>
                <a:cubicBezTo>
                  <a:pt x="143" y="133"/>
                  <a:pt x="141" y="134"/>
                  <a:pt x="139" y="137"/>
                </a:cubicBezTo>
                <a:close/>
                <a:moveTo>
                  <a:pt x="142" y="131"/>
                </a:moveTo>
                <a:cubicBezTo>
                  <a:pt x="142" y="131"/>
                  <a:pt x="143" y="132"/>
                  <a:pt x="144" y="130"/>
                </a:cubicBezTo>
                <a:cubicBezTo>
                  <a:pt x="144" y="130"/>
                  <a:pt x="144" y="130"/>
                  <a:pt x="144" y="129"/>
                </a:cubicBezTo>
                <a:cubicBezTo>
                  <a:pt x="144" y="130"/>
                  <a:pt x="143" y="130"/>
                  <a:pt x="142" y="131"/>
                </a:cubicBezTo>
                <a:close/>
                <a:moveTo>
                  <a:pt x="142" y="143"/>
                </a:moveTo>
                <a:cubicBezTo>
                  <a:pt x="142" y="143"/>
                  <a:pt x="145" y="140"/>
                  <a:pt x="145" y="142"/>
                </a:cubicBezTo>
                <a:cubicBezTo>
                  <a:pt x="147" y="140"/>
                  <a:pt x="149" y="139"/>
                  <a:pt x="150" y="138"/>
                </a:cubicBezTo>
                <a:cubicBezTo>
                  <a:pt x="148" y="139"/>
                  <a:pt x="147" y="140"/>
                  <a:pt x="146" y="140"/>
                </a:cubicBezTo>
                <a:cubicBezTo>
                  <a:pt x="147" y="139"/>
                  <a:pt x="147" y="139"/>
                  <a:pt x="148" y="138"/>
                </a:cubicBezTo>
                <a:cubicBezTo>
                  <a:pt x="147" y="139"/>
                  <a:pt x="150" y="137"/>
                  <a:pt x="150" y="137"/>
                </a:cubicBezTo>
                <a:cubicBezTo>
                  <a:pt x="148" y="138"/>
                  <a:pt x="142" y="142"/>
                  <a:pt x="142" y="143"/>
                </a:cubicBezTo>
                <a:close/>
                <a:moveTo>
                  <a:pt x="125" y="125"/>
                </a:moveTo>
                <a:cubicBezTo>
                  <a:pt x="126" y="125"/>
                  <a:pt x="128" y="123"/>
                  <a:pt x="128" y="124"/>
                </a:cubicBezTo>
                <a:cubicBezTo>
                  <a:pt x="126" y="126"/>
                  <a:pt x="124" y="127"/>
                  <a:pt x="124" y="128"/>
                </a:cubicBezTo>
                <a:cubicBezTo>
                  <a:pt x="129" y="124"/>
                  <a:pt x="129" y="124"/>
                  <a:pt x="129" y="124"/>
                </a:cubicBezTo>
                <a:cubicBezTo>
                  <a:pt x="128" y="123"/>
                  <a:pt x="132" y="121"/>
                  <a:pt x="131" y="120"/>
                </a:cubicBezTo>
                <a:cubicBezTo>
                  <a:pt x="129" y="122"/>
                  <a:pt x="127" y="123"/>
                  <a:pt x="125" y="125"/>
                </a:cubicBezTo>
                <a:close/>
                <a:moveTo>
                  <a:pt x="131" y="122"/>
                </a:moveTo>
                <a:cubicBezTo>
                  <a:pt x="132" y="122"/>
                  <a:pt x="131" y="122"/>
                  <a:pt x="131" y="123"/>
                </a:cubicBezTo>
                <a:cubicBezTo>
                  <a:pt x="132" y="122"/>
                  <a:pt x="132" y="121"/>
                  <a:pt x="133" y="120"/>
                </a:cubicBezTo>
                <a:cubicBezTo>
                  <a:pt x="134" y="120"/>
                  <a:pt x="134" y="120"/>
                  <a:pt x="134" y="120"/>
                </a:cubicBezTo>
                <a:cubicBezTo>
                  <a:pt x="133" y="120"/>
                  <a:pt x="135" y="117"/>
                  <a:pt x="131" y="119"/>
                </a:cubicBezTo>
                <a:cubicBezTo>
                  <a:pt x="131" y="120"/>
                  <a:pt x="134" y="119"/>
                  <a:pt x="131" y="122"/>
                </a:cubicBezTo>
                <a:close/>
                <a:moveTo>
                  <a:pt x="139" y="130"/>
                </a:moveTo>
                <a:cubicBezTo>
                  <a:pt x="138" y="132"/>
                  <a:pt x="142" y="129"/>
                  <a:pt x="142" y="129"/>
                </a:cubicBezTo>
                <a:lnTo>
                  <a:pt x="139" y="130"/>
                </a:lnTo>
                <a:close/>
                <a:moveTo>
                  <a:pt x="133" y="129"/>
                </a:moveTo>
                <a:cubicBezTo>
                  <a:pt x="135" y="127"/>
                  <a:pt x="136" y="126"/>
                  <a:pt x="135" y="126"/>
                </a:cubicBezTo>
                <a:cubicBezTo>
                  <a:pt x="133" y="128"/>
                  <a:pt x="132" y="129"/>
                  <a:pt x="133" y="129"/>
                </a:cubicBezTo>
                <a:close/>
                <a:moveTo>
                  <a:pt x="129" y="121"/>
                </a:moveTo>
                <a:cubicBezTo>
                  <a:pt x="128" y="120"/>
                  <a:pt x="126" y="121"/>
                  <a:pt x="124" y="124"/>
                </a:cubicBezTo>
                <a:cubicBezTo>
                  <a:pt x="125" y="123"/>
                  <a:pt x="125" y="123"/>
                  <a:pt x="124" y="124"/>
                </a:cubicBezTo>
                <a:cubicBezTo>
                  <a:pt x="123" y="124"/>
                  <a:pt x="121" y="127"/>
                  <a:pt x="120" y="128"/>
                </a:cubicBezTo>
                <a:cubicBezTo>
                  <a:pt x="121" y="128"/>
                  <a:pt x="121" y="128"/>
                  <a:pt x="120" y="130"/>
                </a:cubicBezTo>
                <a:cubicBezTo>
                  <a:pt x="121" y="129"/>
                  <a:pt x="121" y="129"/>
                  <a:pt x="121" y="129"/>
                </a:cubicBezTo>
                <a:cubicBezTo>
                  <a:pt x="125" y="126"/>
                  <a:pt x="124" y="125"/>
                  <a:pt x="128" y="123"/>
                </a:cubicBezTo>
                <a:cubicBezTo>
                  <a:pt x="127" y="122"/>
                  <a:pt x="126" y="123"/>
                  <a:pt x="129" y="121"/>
                </a:cubicBezTo>
                <a:close/>
                <a:moveTo>
                  <a:pt x="129" y="131"/>
                </a:moveTo>
                <a:cubicBezTo>
                  <a:pt x="130" y="130"/>
                  <a:pt x="133" y="127"/>
                  <a:pt x="134" y="126"/>
                </a:cubicBezTo>
                <a:cubicBezTo>
                  <a:pt x="131" y="128"/>
                  <a:pt x="130" y="130"/>
                  <a:pt x="129" y="131"/>
                </a:cubicBezTo>
                <a:close/>
                <a:moveTo>
                  <a:pt x="133" y="136"/>
                </a:moveTo>
                <a:cubicBezTo>
                  <a:pt x="135" y="136"/>
                  <a:pt x="137" y="136"/>
                  <a:pt x="139" y="133"/>
                </a:cubicBezTo>
                <a:cubicBezTo>
                  <a:pt x="136" y="135"/>
                  <a:pt x="136" y="134"/>
                  <a:pt x="133" y="136"/>
                </a:cubicBezTo>
                <a:close/>
                <a:moveTo>
                  <a:pt x="124" y="131"/>
                </a:moveTo>
                <a:cubicBezTo>
                  <a:pt x="125" y="131"/>
                  <a:pt x="125" y="131"/>
                  <a:pt x="124" y="132"/>
                </a:cubicBezTo>
                <a:cubicBezTo>
                  <a:pt x="126" y="131"/>
                  <a:pt x="131" y="127"/>
                  <a:pt x="128" y="128"/>
                </a:cubicBezTo>
                <a:cubicBezTo>
                  <a:pt x="128" y="129"/>
                  <a:pt x="126" y="130"/>
                  <a:pt x="124" y="131"/>
                </a:cubicBezTo>
                <a:close/>
                <a:moveTo>
                  <a:pt x="121" y="127"/>
                </a:moveTo>
                <a:cubicBezTo>
                  <a:pt x="121" y="126"/>
                  <a:pt x="121" y="125"/>
                  <a:pt x="123" y="124"/>
                </a:cubicBezTo>
                <a:cubicBezTo>
                  <a:pt x="120" y="126"/>
                  <a:pt x="117" y="127"/>
                  <a:pt x="117" y="128"/>
                </a:cubicBezTo>
                <a:cubicBezTo>
                  <a:pt x="118" y="128"/>
                  <a:pt x="120" y="126"/>
                  <a:pt x="121" y="126"/>
                </a:cubicBezTo>
                <a:cubicBezTo>
                  <a:pt x="120" y="126"/>
                  <a:pt x="119" y="128"/>
                  <a:pt x="121" y="127"/>
                </a:cubicBezTo>
                <a:close/>
                <a:moveTo>
                  <a:pt x="120" y="131"/>
                </a:moveTo>
                <a:cubicBezTo>
                  <a:pt x="121" y="131"/>
                  <a:pt x="122" y="131"/>
                  <a:pt x="124" y="129"/>
                </a:cubicBezTo>
                <a:cubicBezTo>
                  <a:pt x="124" y="128"/>
                  <a:pt x="121" y="130"/>
                  <a:pt x="120" y="131"/>
                </a:cubicBezTo>
                <a:close/>
                <a:moveTo>
                  <a:pt x="119" y="140"/>
                </a:moveTo>
                <a:cubicBezTo>
                  <a:pt x="121" y="139"/>
                  <a:pt x="122" y="137"/>
                  <a:pt x="124" y="135"/>
                </a:cubicBezTo>
                <a:cubicBezTo>
                  <a:pt x="124" y="134"/>
                  <a:pt x="124" y="134"/>
                  <a:pt x="124" y="134"/>
                </a:cubicBezTo>
                <a:cubicBezTo>
                  <a:pt x="121" y="137"/>
                  <a:pt x="119" y="139"/>
                  <a:pt x="119" y="140"/>
                </a:cubicBezTo>
                <a:close/>
                <a:moveTo>
                  <a:pt x="117" y="131"/>
                </a:moveTo>
                <a:cubicBezTo>
                  <a:pt x="119" y="130"/>
                  <a:pt x="117" y="130"/>
                  <a:pt x="118" y="129"/>
                </a:cubicBezTo>
                <a:cubicBezTo>
                  <a:pt x="116" y="131"/>
                  <a:pt x="116" y="131"/>
                  <a:pt x="117" y="131"/>
                </a:cubicBezTo>
                <a:close/>
                <a:moveTo>
                  <a:pt x="112" y="133"/>
                </a:moveTo>
                <a:cubicBezTo>
                  <a:pt x="112" y="134"/>
                  <a:pt x="114" y="132"/>
                  <a:pt x="113" y="133"/>
                </a:cubicBezTo>
                <a:cubicBezTo>
                  <a:pt x="117" y="130"/>
                  <a:pt x="114" y="131"/>
                  <a:pt x="112" y="133"/>
                </a:cubicBezTo>
                <a:close/>
                <a:moveTo>
                  <a:pt x="117" y="138"/>
                </a:moveTo>
                <a:cubicBezTo>
                  <a:pt x="116" y="140"/>
                  <a:pt x="113" y="143"/>
                  <a:pt x="114" y="143"/>
                </a:cubicBezTo>
                <a:cubicBezTo>
                  <a:pt x="117" y="140"/>
                  <a:pt x="116" y="140"/>
                  <a:pt x="119" y="137"/>
                </a:cubicBezTo>
                <a:cubicBezTo>
                  <a:pt x="118" y="138"/>
                  <a:pt x="118" y="137"/>
                  <a:pt x="117" y="138"/>
                </a:cubicBezTo>
                <a:close/>
                <a:moveTo>
                  <a:pt x="114" y="157"/>
                </a:moveTo>
                <a:cubicBezTo>
                  <a:pt x="112" y="158"/>
                  <a:pt x="113" y="158"/>
                  <a:pt x="111" y="158"/>
                </a:cubicBezTo>
                <a:cubicBezTo>
                  <a:pt x="113" y="158"/>
                  <a:pt x="109" y="161"/>
                  <a:pt x="109" y="161"/>
                </a:cubicBezTo>
                <a:cubicBezTo>
                  <a:pt x="111" y="159"/>
                  <a:pt x="109" y="160"/>
                  <a:pt x="108" y="161"/>
                </a:cubicBezTo>
                <a:cubicBezTo>
                  <a:pt x="108" y="162"/>
                  <a:pt x="107" y="163"/>
                  <a:pt x="107" y="164"/>
                </a:cubicBezTo>
                <a:cubicBezTo>
                  <a:pt x="105" y="166"/>
                  <a:pt x="105" y="164"/>
                  <a:pt x="102" y="167"/>
                </a:cubicBezTo>
                <a:cubicBezTo>
                  <a:pt x="102" y="169"/>
                  <a:pt x="103" y="167"/>
                  <a:pt x="104" y="167"/>
                </a:cubicBezTo>
                <a:cubicBezTo>
                  <a:pt x="103" y="168"/>
                  <a:pt x="102" y="168"/>
                  <a:pt x="101" y="169"/>
                </a:cubicBezTo>
                <a:cubicBezTo>
                  <a:pt x="103" y="169"/>
                  <a:pt x="106" y="166"/>
                  <a:pt x="107" y="164"/>
                </a:cubicBezTo>
                <a:cubicBezTo>
                  <a:pt x="106" y="167"/>
                  <a:pt x="101" y="172"/>
                  <a:pt x="99" y="173"/>
                </a:cubicBezTo>
                <a:cubicBezTo>
                  <a:pt x="99" y="173"/>
                  <a:pt x="99" y="175"/>
                  <a:pt x="98" y="175"/>
                </a:cubicBezTo>
                <a:cubicBezTo>
                  <a:pt x="98" y="175"/>
                  <a:pt x="99" y="175"/>
                  <a:pt x="98" y="175"/>
                </a:cubicBezTo>
                <a:cubicBezTo>
                  <a:pt x="99" y="175"/>
                  <a:pt x="98" y="175"/>
                  <a:pt x="99" y="175"/>
                </a:cubicBezTo>
                <a:cubicBezTo>
                  <a:pt x="99" y="175"/>
                  <a:pt x="100" y="174"/>
                  <a:pt x="100" y="174"/>
                </a:cubicBezTo>
                <a:cubicBezTo>
                  <a:pt x="100" y="174"/>
                  <a:pt x="100" y="174"/>
                  <a:pt x="100" y="174"/>
                </a:cubicBezTo>
                <a:cubicBezTo>
                  <a:pt x="101" y="172"/>
                  <a:pt x="101" y="172"/>
                  <a:pt x="101" y="172"/>
                </a:cubicBezTo>
                <a:cubicBezTo>
                  <a:pt x="102" y="172"/>
                  <a:pt x="103" y="171"/>
                  <a:pt x="104" y="170"/>
                </a:cubicBezTo>
                <a:cubicBezTo>
                  <a:pt x="103" y="170"/>
                  <a:pt x="106" y="168"/>
                  <a:pt x="106" y="167"/>
                </a:cubicBezTo>
                <a:cubicBezTo>
                  <a:pt x="108" y="166"/>
                  <a:pt x="114" y="158"/>
                  <a:pt x="117" y="157"/>
                </a:cubicBezTo>
                <a:cubicBezTo>
                  <a:pt x="117" y="157"/>
                  <a:pt x="116" y="157"/>
                  <a:pt x="117" y="156"/>
                </a:cubicBezTo>
                <a:cubicBezTo>
                  <a:pt x="119" y="155"/>
                  <a:pt x="120" y="153"/>
                  <a:pt x="123" y="151"/>
                </a:cubicBezTo>
                <a:cubicBezTo>
                  <a:pt x="122" y="150"/>
                  <a:pt x="125" y="150"/>
                  <a:pt x="126" y="148"/>
                </a:cubicBezTo>
                <a:cubicBezTo>
                  <a:pt x="126" y="148"/>
                  <a:pt x="127" y="147"/>
                  <a:pt x="126" y="147"/>
                </a:cubicBezTo>
                <a:cubicBezTo>
                  <a:pt x="123" y="150"/>
                  <a:pt x="122" y="148"/>
                  <a:pt x="120" y="151"/>
                </a:cubicBezTo>
                <a:cubicBezTo>
                  <a:pt x="121" y="150"/>
                  <a:pt x="120" y="153"/>
                  <a:pt x="119" y="153"/>
                </a:cubicBezTo>
                <a:cubicBezTo>
                  <a:pt x="119" y="152"/>
                  <a:pt x="117" y="155"/>
                  <a:pt x="116" y="155"/>
                </a:cubicBezTo>
                <a:cubicBezTo>
                  <a:pt x="117" y="154"/>
                  <a:pt x="118" y="153"/>
                  <a:pt x="118" y="152"/>
                </a:cubicBezTo>
                <a:cubicBezTo>
                  <a:pt x="117" y="154"/>
                  <a:pt x="116" y="154"/>
                  <a:pt x="116" y="154"/>
                </a:cubicBezTo>
                <a:cubicBezTo>
                  <a:pt x="116" y="154"/>
                  <a:pt x="117" y="153"/>
                  <a:pt x="117" y="153"/>
                </a:cubicBezTo>
                <a:cubicBezTo>
                  <a:pt x="115" y="155"/>
                  <a:pt x="115" y="155"/>
                  <a:pt x="114" y="157"/>
                </a:cubicBezTo>
                <a:close/>
                <a:moveTo>
                  <a:pt x="119" y="151"/>
                </a:moveTo>
                <a:cubicBezTo>
                  <a:pt x="120" y="150"/>
                  <a:pt x="121" y="149"/>
                  <a:pt x="121" y="148"/>
                </a:cubicBezTo>
                <a:cubicBezTo>
                  <a:pt x="120" y="149"/>
                  <a:pt x="119" y="149"/>
                  <a:pt x="118" y="151"/>
                </a:cubicBezTo>
                <a:cubicBezTo>
                  <a:pt x="118" y="152"/>
                  <a:pt x="119" y="150"/>
                  <a:pt x="120" y="150"/>
                </a:cubicBezTo>
                <a:cubicBezTo>
                  <a:pt x="119" y="151"/>
                  <a:pt x="118" y="152"/>
                  <a:pt x="119" y="151"/>
                </a:cubicBezTo>
                <a:close/>
                <a:moveTo>
                  <a:pt x="124" y="159"/>
                </a:moveTo>
                <a:cubicBezTo>
                  <a:pt x="125" y="159"/>
                  <a:pt x="128" y="159"/>
                  <a:pt x="128" y="157"/>
                </a:cubicBezTo>
                <a:cubicBezTo>
                  <a:pt x="125" y="160"/>
                  <a:pt x="127" y="156"/>
                  <a:pt x="124" y="159"/>
                </a:cubicBezTo>
                <a:close/>
                <a:moveTo>
                  <a:pt x="112" y="142"/>
                </a:moveTo>
                <a:cubicBezTo>
                  <a:pt x="110" y="143"/>
                  <a:pt x="109" y="144"/>
                  <a:pt x="109" y="145"/>
                </a:cubicBezTo>
                <a:cubicBezTo>
                  <a:pt x="110" y="145"/>
                  <a:pt x="111" y="143"/>
                  <a:pt x="112" y="142"/>
                </a:cubicBezTo>
                <a:cubicBezTo>
                  <a:pt x="112" y="143"/>
                  <a:pt x="112" y="143"/>
                  <a:pt x="113" y="142"/>
                </a:cubicBezTo>
                <a:cubicBezTo>
                  <a:pt x="113" y="142"/>
                  <a:pt x="112" y="142"/>
                  <a:pt x="112" y="142"/>
                </a:cubicBezTo>
                <a:close/>
                <a:moveTo>
                  <a:pt x="114" y="170"/>
                </a:moveTo>
                <a:cubicBezTo>
                  <a:pt x="115" y="170"/>
                  <a:pt x="118" y="166"/>
                  <a:pt x="117" y="166"/>
                </a:cubicBezTo>
                <a:cubicBezTo>
                  <a:pt x="115" y="168"/>
                  <a:pt x="116" y="167"/>
                  <a:pt x="114" y="170"/>
                </a:cubicBezTo>
                <a:close/>
                <a:moveTo>
                  <a:pt x="88" y="182"/>
                </a:moveTo>
                <a:cubicBezTo>
                  <a:pt x="88" y="182"/>
                  <a:pt x="89" y="182"/>
                  <a:pt x="89" y="181"/>
                </a:cubicBezTo>
                <a:cubicBezTo>
                  <a:pt x="88" y="181"/>
                  <a:pt x="88" y="182"/>
                  <a:pt x="88" y="182"/>
                </a:cubicBezTo>
                <a:close/>
                <a:moveTo>
                  <a:pt x="108" y="144"/>
                </a:moveTo>
                <a:cubicBezTo>
                  <a:pt x="106" y="144"/>
                  <a:pt x="109" y="142"/>
                  <a:pt x="108" y="142"/>
                </a:cubicBezTo>
                <a:cubicBezTo>
                  <a:pt x="107" y="142"/>
                  <a:pt x="103" y="145"/>
                  <a:pt x="103" y="145"/>
                </a:cubicBezTo>
                <a:cubicBezTo>
                  <a:pt x="105" y="144"/>
                  <a:pt x="106" y="145"/>
                  <a:pt x="107" y="144"/>
                </a:cubicBezTo>
                <a:cubicBezTo>
                  <a:pt x="109" y="143"/>
                  <a:pt x="109" y="143"/>
                  <a:pt x="110" y="141"/>
                </a:cubicBezTo>
                <a:cubicBezTo>
                  <a:pt x="110" y="141"/>
                  <a:pt x="110" y="141"/>
                  <a:pt x="110" y="141"/>
                </a:cubicBezTo>
                <a:cubicBezTo>
                  <a:pt x="107" y="143"/>
                  <a:pt x="110" y="142"/>
                  <a:pt x="108" y="144"/>
                </a:cubicBezTo>
                <a:close/>
                <a:moveTo>
                  <a:pt x="802" y="247"/>
                </a:moveTo>
                <a:cubicBezTo>
                  <a:pt x="799" y="242"/>
                  <a:pt x="799" y="242"/>
                  <a:pt x="799" y="242"/>
                </a:cubicBezTo>
                <a:cubicBezTo>
                  <a:pt x="798" y="242"/>
                  <a:pt x="801" y="247"/>
                  <a:pt x="801" y="246"/>
                </a:cubicBezTo>
                <a:cubicBezTo>
                  <a:pt x="801" y="247"/>
                  <a:pt x="801" y="247"/>
                  <a:pt x="801" y="247"/>
                </a:cubicBezTo>
                <a:cubicBezTo>
                  <a:pt x="800" y="244"/>
                  <a:pt x="802" y="246"/>
                  <a:pt x="802" y="247"/>
                </a:cubicBezTo>
                <a:close/>
                <a:moveTo>
                  <a:pt x="596" y="44"/>
                </a:moveTo>
                <a:cubicBezTo>
                  <a:pt x="592" y="42"/>
                  <a:pt x="592" y="42"/>
                  <a:pt x="592" y="42"/>
                </a:cubicBezTo>
                <a:cubicBezTo>
                  <a:pt x="592" y="43"/>
                  <a:pt x="593" y="43"/>
                  <a:pt x="594" y="44"/>
                </a:cubicBezTo>
                <a:cubicBezTo>
                  <a:pt x="591" y="43"/>
                  <a:pt x="597" y="45"/>
                  <a:pt x="596" y="44"/>
                </a:cubicBezTo>
                <a:close/>
                <a:moveTo>
                  <a:pt x="493" y="9"/>
                </a:moveTo>
                <a:cubicBezTo>
                  <a:pt x="495" y="10"/>
                  <a:pt x="500" y="11"/>
                  <a:pt x="502" y="11"/>
                </a:cubicBezTo>
                <a:cubicBezTo>
                  <a:pt x="500" y="10"/>
                  <a:pt x="492" y="9"/>
                  <a:pt x="493" y="9"/>
                </a:cubicBezTo>
                <a:close/>
                <a:moveTo>
                  <a:pt x="467" y="5"/>
                </a:moveTo>
                <a:cubicBezTo>
                  <a:pt x="469" y="5"/>
                  <a:pt x="477" y="7"/>
                  <a:pt x="475" y="6"/>
                </a:cubicBezTo>
                <a:cubicBezTo>
                  <a:pt x="473" y="6"/>
                  <a:pt x="466" y="4"/>
                  <a:pt x="466" y="5"/>
                </a:cubicBezTo>
                <a:cubicBezTo>
                  <a:pt x="467" y="6"/>
                  <a:pt x="469" y="7"/>
                  <a:pt x="470" y="6"/>
                </a:cubicBezTo>
                <a:cubicBezTo>
                  <a:pt x="469" y="6"/>
                  <a:pt x="468" y="6"/>
                  <a:pt x="467" y="5"/>
                </a:cubicBezTo>
                <a:close/>
                <a:moveTo>
                  <a:pt x="411" y="0"/>
                </a:moveTo>
                <a:cubicBezTo>
                  <a:pt x="410" y="0"/>
                  <a:pt x="406" y="0"/>
                  <a:pt x="404" y="1"/>
                </a:cubicBezTo>
                <a:cubicBezTo>
                  <a:pt x="407" y="1"/>
                  <a:pt x="411" y="1"/>
                  <a:pt x="414" y="1"/>
                </a:cubicBezTo>
                <a:cubicBezTo>
                  <a:pt x="413" y="1"/>
                  <a:pt x="411" y="1"/>
                  <a:pt x="412" y="1"/>
                </a:cubicBezTo>
                <a:cubicBezTo>
                  <a:pt x="413" y="1"/>
                  <a:pt x="417" y="0"/>
                  <a:pt x="415" y="0"/>
                </a:cubicBezTo>
                <a:cubicBezTo>
                  <a:pt x="415" y="1"/>
                  <a:pt x="413" y="0"/>
                  <a:pt x="411" y="0"/>
                </a:cubicBezTo>
                <a:close/>
                <a:moveTo>
                  <a:pt x="394" y="50"/>
                </a:moveTo>
                <a:cubicBezTo>
                  <a:pt x="394" y="49"/>
                  <a:pt x="401" y="50"/>
                  <a:pt x="399" y="50"/>
                </a:cubicBezTo>
                <a:cubicBezTo>
                  <a:pt x="399" y="49"/>
                  <a:pt x="391" y="49"/>
                  <a:pt x="394" y="50"/>
                </a:cubicBezTo>
                <a:close/>
                <a:moveTo>
                  <a:pt x="388" y="50"/>
                </a:moveTo>
                <a:cubicBezTo>
                  <a:pt x="389" y="50"/>
                  <a:pt x="391" y="51"/>
                  <a:pt x="393" y="50"/>
                </a:cubicBezTo>
                <a:cubicBezTo>
                  <a:pt x="384" y="50"/>
                  <a:pt x="379" y="50"/>
                  <a:pt x="376" y="50"/>
                </a:cubicBezTo>
                <a:cubicBezTo>
                  <a:pt x="379" y="50"/>
                  <a:pt x="373" y="51"/>
                  <a:pt x="376" y="51"/>
                </a:cubicBezTo>
                <a:cubicBezTo>
                  <a:pt x="378" y="50"/>
                  <a:pt x="383" y="51"/>
                  <a:pt x="382" y="50"/>
                </a:cubicBezTo>
                <a:cubicBezTo>
                  <a:pt x="383" y="50"/>
                  <a:pt x="386" y="50"/>
                  <a:pt x="388" y="50"/>
                </a:cubicBezTo>
                <a:close/>
                <a:moveTo>
                  <a:pt x="350" y="7"/>
                </a:moveTo>
                <a:cubicBezTo>
                  <a:pt x="351" y="6"/>
                  <a:pt x="358" y="6"/>
                  <a:pt x="359" y="6"/>
                </a:cubicBezTo>
                <a:cubicBezTo>
                  <a:pt x="355" y="6"/>
                  <a:pt x="351" y="7"/>
                  <a:pt x="349" y="7"/>
                </a:cubicBezTo>
                <a:cubicBezTo>
                  <a:pt x="350" y="7"/>
                  <a:pt x="350" y="7"/>
                  <a:pt x="350" y="7"/>
                </a:cubicBezTo>
                <a:cubicBezTo>
                  <a:pt x="350" y="7"/>
                  <a:pt x="349" y="7"/>
                  <a:pt x="350" y="7"/>
                </a:cubicBezTo>
                <a:close/>
                <a:moveTo>
                  <a:pt x="350" y="8"/>
                </a:moveTo>
                <a:cubicBezTo>
                  <a:pt x="350" y="8"/>
                  <a:pt x="350" y="8"/>
                  <a:pt x="351" y="7"/>
                </a:cubicBezTo>
                <a:cubicBezTo>
                  <a:pt x="348" y="8"/>
                  <a:pt x="348" y="7"/>
                  <a:pt x="347" y="7"/>
                </a:cubicBezTo>
                <a:cubicBezTo>
                  <a:pt x="346" y="8"/>
                  <a:pt x="345" y="8"/>
                  <a:pt x="343" y="8"/>
                </a:cubicBezTo>
                <a:cubicBezTo>
                  <a:pt x="342" y="8"/>
                  <a:pt x="336" y="8"/>
                  <a:pt x="335" y="9"/>
                </a:cubicBezTo>
                <a:cubicBezTo>
                  <a:pt x="336" y="9"/>
                  <a:pt x="337" y="9"/>
                  <a:pt x="337" y="9"/>
                </a:cubicBezTo>
                <a:cubicBezTo>
                  <a:pt x="334" y="10"/>
                  <a:pt x="330" y="9"/>
                  <a:pt x="327" y="11"/>
                </a:cubicBezTo>
                <a:cubicBezTo>
                  <a:pt x="331" y="11"/>
                  <a:pt x="333" y="10"/>
                  <a:pt x="336" y="10"/>
                </a:cubicBezTo>
                <a:cubicBezTo>
                  <a:pt x="336" y="9"/>
                  <a:pt x="337" y="9"/>
                  <a:pt x="339" y="9"/>
                </a:cubicBezTo>
                <a:cubicBezTo>
                  <a:pt x="339" y="9"/>
                  <a:pt x="336" y="9"/>
                  <a:pt x="337" y="10"/>
                </a:cubicBezTo>
                <a:cubicBezTo>
                  <a:pt x="342" y="9"/>
                  <a:pt x="350" y="9"/>
                  <a:pt x="351" y="8"/>
                </a:cubicBezTo>
                <a:cubicBezTo>
                  <a:pt x="350" y="8"/>
                  <a:pt x="350" y="8"/>
                  <a:pt x="350" y="8"/>
                </a:cubicBezTo>
                <a:close/>
                <a:moveTo>
                  <a:pt x="314" y="14"/>
                </a:moveTo>
                <a:cubicBezTo>
                  <a:pt x="315" y="14"/>
                  <a:pt x="322" y="13"/>
                  <a:pt x="320" y="13"/>
                </a:cubicBezTo>
                <a:cubicBezTo>
                  <a:pt x="317" y="14"/>
                  <a:pt x="316" y="13"/>
                  <a:pt x="314" y="14"/>
                </a:cubicBezTo>
                <a:close/>
                <a:moveTo>
                  <a:pt x="241" y="77"/>
                </a:moveTo>
                <a:cubicBezTo>
                  <a:pt x="240" y="77"/>
                  <a:pt x="241" y="75"/>
                  <a:pt x="240" y="76"/>
                </a:cubicBezTo>
                <a:cubicBezTo>
                  <a:pt x="240" y="76"/>
                  <a:pt x="238" y="77"/>
                  <a:pt x="238" y="77"/>
                </a:cubicBezTo>
                <a:cubicBezTo>
                  <a:pt x="238" y="77"/>
                  <a:pt x="238" y="77"/>
                  <a:pt x="237" y="77"/>
                </a:cubicBezTo>
                <a:cubicBezTo>
                  <a:pt x="237" y="78"/>
                  <a:pt x="238" y="77"/>
                  <a:pt x="238" y="77"/>
                </a:cubicBezTo>
                <a:cubicBezTo>
                  <a:pt x="236" y="79"/>
                  <a:pt x="236" y="78"/>
                  <a:pt x="235" y="79"/>
                </a:cubicBezTo>
                <a:cubicBezTo>
                  <a:pt x="236" y="79"/>
                  <a:pt x="240" y="77"/>
                  <a:pt x="241" y="77"/>
                </a:cubicBezTo>
                <a:close/>
                <a:moveTo>
                  <a:pt x="232" y="80"/>
                </a:moveTo>
                <a:cubicBezTo>
                  <a:pt x="232" y="81"/>
                  <a:pt x="233" y="81"/>
                  <a:pt x="228" y="83"/>
                </a:cubicBezTo>
                <a:cubicBezTo>
                  <a:pt x="231" y="83"/>
                  <a:pt x="236" y="79"/>
                  <a:pt x="241" y="77"/>
                </a:cubicBezTo>
                <a:cubicBezTo>
                  <a:pt x="238" y="78"/>
                  <a:pt x="235" y="79"/>
                  <a:pt x="232" y="80"/>
                </a:cubicBezTo>
                <a:close/>
                <a:moveTo>
                  <a:pt x="222" y="84"/>
                </a:moveTo>
                <a:cubicBezTo>
                  <a:pt x="220" y="86"/>
                  <a:pt x="220" y="87"/>
                  <a:pt x="223" y="86"/>
                </a:cubicBezTo>
                <a:cubicBezTo>
                  <a:pt x="221" y="87"/>
                  <a:pt x="219" y="89"/>
                  <a:pt x="217" y="89"/>
                </a:cubicBezTo>
                <a:cubicBezTo>
                  <a:pt x="217" y="88"/>
                  <a:pt x="219" y="88"/>
                  <a:pt x="219" y="87"/>
                </a:cubicBezTo>
                <a:cubicBezTo>
                  <a:pt x="217" y="88"/>
                  <a:pt x="213" y="90"/>
                  <a:pt x="213" y="91"/>
                </a:cubicBezTo>
                <a:cubicBezTo>
                  <a:pt x="218" y="88"/>
                  <a:pt x="214" y="91"/>
                  <a:pt x="215" y="91"/>
                </a:cubicBezTo>
                <a:cubicBezTo>
                  <a:pt x="219" y="89"/>
                  <a:pt x="219" y="89"/>
                  <a:pt x="219" y="89"/>
                </a:cubicBezTo>
                <a:cubicBezTo>
                  <a:pt x="219" y="88"/>
                  <a:pt x="224" y="86"/>
                  <a:pt x="226" y="84"/>
                </a:cubicBezTo>
                <a:cubicBezTo>
                  <a:pt x="222" y="86"/>
                  <a:pt x="223" y="85"/>
                  <a:pt x="222" y="84"/>
                </a:cubicBezTo>
                <a:close/>
                <a:moveTo>
                  <a:pt x="214" y="101"/>
                </a:moveTo>
                <a:cubicBezTo>
                  <a:pt x="214" y="103"/>
                  <a:pt x="210" y="104"/>
                  <a:pt x="207" y="106"/>
                </a:cubicBezTo>
                <a:cubicBezTo>
                  <a:pt x="211" y="104"/>
                  <a:pt x="216" y="101"/>
                  <a:pt x="220" y="99"/>
                </a:cubicBezTo>
                <a:cubicBezTo>
                  <a:pt x="219" y="99"/>
                  <a:pt x="215" y="102"/>
                  <a:pt x="215" y="101"/>
                </a:cubicBezTo>
                <a:cubicBezTo>
                  <a:pt x="219" y="99"/>
                  <a:pt x="223" y="98"/>
                  <a:pt x="226" y="95"/>
                </a:cubicBezTo>
                <a:cubicBezTo>
                  <a:pt x="223" y="97"/>
                  <a:pt x="219" y="98"/>
                  <a:pt x="214" y="101"/>
                </a:cubicBezTo>
                <a:close/>
                <a:moveTo>
                  <a:pt x="211" y="86"/>
                </a:moveTo>
                <a:cubicBezTo>
                  <a:pt x="213" y="83"/>
                  <a:pt x="216" y="83"/>
                  <a:pt x="217" y="81"/>
                </a:cubicBezTo>
                <a:cubicBezTo>
                  <a:pt x="214" y="83"/>
                  <a:pt x="214" y="82"/>
                  <a:pt x="210" y="84"/>
                </a:cubicBezTo>
                <a:cubicBezTo>
                  <a:pt x="210" y="85"/>
                  <a:pt x="208" y="86"/>
                  <a:pt x="211" y="86"/>
                </a:cubicBezTo>
                <a:close/>
                <a:moveTo>
                  <a:pt x="210" y="82"/>
                </a:moveTo>
                <a:cubicBezTo>
                  <a:pt x="211" y="82"/>
                  <a:pt x="207" y="83"/>
                  <a:pt x="208" y="84"/>
                </a:cubicBezTo>
                <a:cubicBezTo>
                  <a:pt x="211" y="83"/>
                  <a:pt x="211" y="82"/>
                  <a:pt x="213" y="80"/>
                </a:cubicBezTo>
                <a:cubicBezTo>
                  <a:pt x="214" y="80"/>
                  <a:pt x="214" y="81"/>
                  <a:pt x="215" y="80"/>
                </a:cubicBezTo>
                <a:cubicBezTo>
                  <a:pt x="216" y="79"/>
                  <a:pt x="212" y="81"/>
                  <a:pt x="210" y="82"/>
                </a:cubicBezTo>
                <a:close/>
                <a:moveTo>
                  <a:pt x="203" y="100"/>
                </a:moveTo>
                <a:cubicBezTo>
                  <a:pt x="201" y="100"/>
                  <a:pt x="199" y="102"/>
                  <a:pt x="199" y="102"/>
                </a:cubicBezTo>
                <a:cubicBezTo>
                  <a:pt x="201" y="100"/>
                  <a:pt x="205" y="97"/>
                  <a:pt x="207" y="96"/>
                </a:cubicBezTo>
                <a:cubicBezTo>
                  <a:pt x="207" y="96"/>
                  <a:pt x="213" y="92"/>
                  <a:pt x="212" y="92"/>
                </a:cubicBezTo>
                <a:cubicBezTo>
                  <a:pt x="211" y="93"/>
                  <a:pt x="207" y="95"/>
                  <a:pt x="207" y="96"/>
                </a:cubicBezTo>
                <a:cubicBezTo>
                  <a:pt x="204" y="97"/>
                  <a:pt x="201" y="100"/>
                  <a:pt x="197" y="101"/>
                </a:cubicBezTo>
                <a:cubicBezTo>
                  <a:pt x="197" y="102"/>
                  <a:pt x="198" y="101"/>
                  <a:pt x="196" y="103"/>
                </a:cubicBezTo>
                <a:cubicBezTo>
                  <a:pt x="192" y="104"/>
                  <a:pt x="183" y="110"/>
                  <a:pt x="180" y="114"/>
                </a:cubicBezTo>
                <a:cubicBezTo>
                  <a:pt x="175" y="115"/>
                  <a:pt x="167" y="123"/>
                  <a:pt x="160" y="128"/>
                </a:cubicBezTo>
                <a:cubicBezTo>
                  <a:pt x="161" y="128"/>
                  <a:pt x="163" y="127"/>
                  <a:pt x="161" y="129"/>
                </a:cubicBezTo>
                <a:cubicBezTo>
                  <a:pt x="164" y="127"/>
                  <a:pt x="163" y="126"/>
                  <a:pt x="165" y="125"/>
                </a:cubicBezTo>
                <a:cubicBezTo>
                  <a:pt x="166" y="125"/>
                  <a:pt x="167" y="124"/>
                  <a:pt x="165" y="127"/>
                </a:cubicBezTo>
                <a:cubicBezTo>
                  <a:pt x="167" y="125"/>
                  <a:pt x="166" y="126"/>
                  <a:pt x="168" y="125"/>
                </a:cubicBezTo>
                <a:cubicBezTo>
                  <a:pt x="168" y="124"/>
                  <a:pt x="169" y="122"/>
                  <a:pt x="167" y="123"/>
                </a:cubicBezTo>
                <a:cubicBezTo>
                  <a:pt x="172" y="119"/>
                  <a:pt x="174" y="119"/>
                  <a:pt x="177" y="116"/>
                </a:cubicBezTo>
                <a:cubicBezTo>
                  <a:pt x="176" y="117"/>
                  <a:pt x="178" y="116"/>
                  <a:pt x="179" y="115"/>
                </a:cubicBezTo>
                <a:cubicBezTo>
                  <a:pt x="179" y="115"/>
                  <a:pt x="178" y="115"/>
                  <a:pt x="179" y="114"/>
                </a:cubicBezTo>
                <a:cubicBezTo>
                  <a:pt x="183" y="113"/>
                  <a:pt x="189" y="107"/>
                  <a:pt x="193" y="105"/>
                </a:cubicBezTo>
                <a:cubicBezTo>
                  <a:pt x="193" y="105"/>
                  <a:pt x="192" y="105"/>
                  <a:pt x="194" y="104"/>
                </a:cubicBezTo>
                <a:cubicBezTo>
                  <a:pt x="193" y="106"/>
                  <a:pt x="196" y="103"/>
                  <a:pt x="198" y="102"/>
                </a:cubicBezTo>
                <a:cubicBezTo>
                  <a:pt x="198" y="103"/>
                  <a:pt x="189" y="108"/>
                  <a:pt x="194" y="106"/>
                </a:cubicBezTo>
                <a:cubicBezTo>
                  <a:pt x="192" y="107"/>
                  <a:pt x="190" y="108"/>
                  <a:pt x="190" y="108"/>
                </a:cubicBezTo>
                <a:cubicBezTo>
                  <a:pt x="194" y="106"/>
                  <a:pt x="190" y="109"/>
                  <a:pt x="189" y="110"/>
                </a:cubicBezTo>
                <a:cubicBezTo>
                  <a:pt x="194" y="107"/>
                  <a:pt x="196" y="106"/>
                  <a:pt x="200" y="103"/>
                </a:cubicBezTo>
                <a:cubicBezTo>
                  <a:pt x="201" y="103"/>
                  <a:pt x="200" y="103"/>
                  <a:pt x="201" y="102"/>
                </a:cubicBezTo>
                <a:cubicBezTo>
                  <a:pt x="202" y="102"/>
                  <a:pt x="205" y="100"/>
                  <a:pt x="205" y="99"/>
                </a:cubicBezTo>
                <a:cubicBezTo>
                  <a:pt x="207" y="98"/>
                  <a:pt x="210" y="96"/>
                  <a:pt x="210" y="97"/>
                </a:cubicBezTo>
                <a:cubicBezTo>
                  <a:pt x="212" y="96"/>
                  <a:pt x="213" y="96"/>
                  <a:pt x="213" y="95"/>
                </a:cubicBezTo>
                <a:cubicBezTo>
                  <a:pt x="211" y="96"/>
                  <a:pt x="215" y="94"/>
                  <a:pt x="214" y="94"/>
                </a:cubicBezTo>
                <a:cubicBezTo>
                  <a:pt x="213" y="95"/>
                  <a:pt x="213" y="94"/>
                  <a:pt x="211" y="95"/>
                </a:cubicBezTo>
                <a:cubicBezTo>
                  <a:pt x="211" y="96"/>
                  <a:pt x="207" y="98"/>
                  <a:pt x="205" y="99"/>
                </a:cubicBezTo>
                <a:cubicBezTo>
                  <a:pt x="205" y="99"/>
                  <a:pt x="202" y="101"/>
                  <a:pt x="202" y="101"/>
                </a:cubicBezTo>
                <a:cubicBezTo>
                  <a:pt x="200" y="101"/>
                  <a:pt x="205" y="99"/>
                  <a:pt x="203" y="100"/>
                </a:cubicBezTo>
                <a:close/>
                <a:moveTo>
                  <a:pt x="201" y="82"/>
                </a:moveTo>
                <a:cubicBezTo>
                  <a:pt x="203" y="81"/>
                  <a:pt x="203" y="82"/>
                  <a:pt x="205" y="81"/>
                </a:cubicBezTo>
                <a:cubicBezTo>
                  <a:pt x="205" y="80"/>
                  <a:pt x="206" y="80"/>
                  <a:pt x="205" y="79"/>
                </a:cubicBezTo>
                <a:cubicBezTo>
                  <a:pt x="203" y="80"/>
                  <a:pt x="202" y="81"/>
                  <a:pt x="201" y="82"/>
                </a:cubicBezTo>
                <a:close/>
                <a:moveTo>
                  <a:pt x="192" y="82"/>
                </a:moveTo>
                <a:cubicBezTo>
                  <a:pt x="192" y="81"/>
                  <a:pt x="194" y="80"/>
                  <a:pt x="194" y="80"/>
                </a:cubicBezTo>
                <a:cubicBezTo>
                  <a:pt x="192" y="80"/>
                  <a:pt x="187" y="84"/>
                  <a:pt x="190" y="83"/>
                </a:cubicBezTo>
                <a:cubicBezTo>
                  <a:pt x="192" y="81"/>
                  <a:pt x="191" y="83"/>
                  <a:pt x="191" y="83"/>
                </a:cubicBezTo>
                <a:cubicBezTo>
                  <a:pt x="192" y="83"/>
                  <a:pt x="194" y="82"/>
                  <a:pt x="195" y="81"/>
                </a:cubicBezTo>
                <a:cubicBezTo>
                  <a:pt x="195" y="81"/>
                  <a:pt x="195" y="82"/>
                  <a:pt x="195" y="82"/>
                </a:cubicBezTo>
                <a:cubicBezTo>
                  <a:pt x="197" y="81"/>
                  <a:pt x="197" y="81"/>
                  <a:pt x="197" y="81"/>
                </a:cubicBezTo>
                <a:cubicBezTo>
                  <a:pt x="197" y="80"/>
                  <a:pt x="197" y="80"/>
                  <a:pt x="197" y="80"/>
                </a:cubicBezTo>
                <a:cubicBezTo>
                  <a:pt x="194" y="82"/>
                  <a:pt x="193" y="81"/>
                  <a:pt x="192" y="82"/>
                </a:cubicBezTo>
                <a:close/>
                <a:moveTo>
                  <a:pt x="196" y="84"/>
                </a:moveTo>
                <a:cubicBezTo>
                  <a:pt x="193" y="86"/>
                  <a:pt x="192" y="85"/>
                  <a:pt x="192" y="85"/>
                </a:cubicBezTo>
                <a:cubicBezTo>
                  <a:pt x="192" y="86"/>
                  <a:pt x="191" y="86"/>
                  <a:pt x="191" y="87"/>
                </a:cubicBezTo>
                <a:cubicBezTo>
                  <a:pt x="193" y="86"/>
                  <a:pt x="192" y="87"/>
                  <a:pt x="194" y="87"/>
                </a:cubicBezTo>
                <a:cubicBezTo>
                  <a:pt x="196" y="86"/>
                  <a:pt x="195" y="86"/>
                  <a:pt x="197" y="85"/>
                </a:cubicBezTo>
                <a:cubicBezTo>
                  <a:pt x="198" y="84"/>
                  <a:pt x="195" y="86"/>
                  <a:pt x="195" y="85"/>
                </a:cubicBezTo>
                <a:cubicBezTo>
                  <a:pt x="195" y="85"/>
                  <a:pt x="198" y="82"/>
                  <a:pt x="196" y="83"/>
                </a:cubicBezTo>
                <a:cubicBezTo>
                  <a:pt x="196" y="83"/>
                  <a:pt x="196" y="83"/>
                  <a:pt x="196" y="84"/>
                </a:cubicBezTo>
                <a:close/>
                <a:moveTo>
                  <a:pt x="187" y="104"/>
                </a:moveTo>
                <a:cubicBezTo>
                  <a:pt x="188" y="103"/>
                  <a:pt x="188" y="105"/>
                  <a:pt x="192" y="103"/>
                </a:cubicBezTo>
                <a:cubicBezTo>
                  <a:pt x="192" y="102"/>
                  <a:pt x="190" y="103"/>
                  <a:pt x="190" y="103"/>
                </a:cubicBezTo>
                <a:cubicBezTo>
                  <a:pt x="192" y="102"/>
                  <a:pt x="193" y="101"/>
                  <a:pt x="194" y="99"/>
                </a:cubicBezTo>
                <a:cubicBezTo>
                  <a:pt x="195" y="100"/>
                  <a:pt x="195" y="100"/>
                  <a:pt x="195" y="100"/>
                </a:cubicBezTo>
                <a:cubicBezTo>
                  <a:pt x="197" y="98"/>
                  <a:pt x="198" y="98"/>
                  <a:pt x="201" y="96"/>
                </a:cubicBezTo>
                <a:cubicBezTo>
                  <a:pt x="200" y="96"/>
                  <a:pt x="201" y="94"/>
                  <a:pt x="200" y="95"/>
                </a:cubicBezTo>
                <a:cubicBezTo>
                  <a:pt x="196" y="97"/>
                  <a:pt x="191" y="101"/>
                  <a:pt x="189" y="102"/>
                </a:cubicBezTo>
                <a:cubicBezTo>
                  <a:pt x="188" y="103"/>
                  <a:pt x="191" y="102"/>
                  <a:pt x="188" y="103"/>
                </a:cubicBezTo>
                <a:cubicBezTo>
                  <a:pt x="188" y="103"/>
                  <a:pt x="187" y="104"/>
                  <a:pt x="187" y="104"/>
                </a:cubicBezTo>
                <a:close/>
                <a:moveTo>
                  <a:pt x="198" y="107"/>
                </a:moveTo>
                <a:cubicBezTo>
                  <a:pt x="200" y="106"/>
                  <a:pt x="201" y="105"/>
                  <a:pt x="202" y="105"/>
                </a:cubicBezTo>
                <a:cubicBezTo>
                  <a:pt x="201" y="105"/>
                  <a:pt x="199" y="106"/>
                  <a:pt x="198" y="106"/>
                </a:cubicBezTo>
                <a:cubicBezTo>
                  <a:pt x="200" y="105"/>
                  <a:pt x="200" y="104"/>
                  <a:pt x="202" y="103"/>
                </a:cubicBezTo>
                <a:cubicBezTo>
                  <a:pt x="201" y="104"/>
                  <a:pt x="203" y="102"/>
                  <a:pt x="205" y="102"/>
                </a:cubicBezTo>
                <a:cubicBezTo>
                  <a:pt x="204" y="101"/>
                  <a:pt x="200" y="104"/>
                  <a:pt x="197" y="105"/>
                </a:cubicBezTo>
                <a:cubicBezTo>
                  <a:pt x="199" y="105"/>
                  <a:pt x="196" y="108"/>
                  <a:pt x="198" y="107"/>
                </a:cubicBezTo>
                <a:close/>
                <a:moveTo>
                  <a:pt x="186" y="99"/>
                </a:moveTo>
                <a:cubicBezTo>
                  <a:pt x="183" y="101"/>
                  <a:pt x="173" y="108"/>
                  <a:pt x="182" y="103"/>
                </a:cubicBezTo>
                <a:cubicBezTo>
                  <a:pt x="183" y="101"/>
                  <a:pt x="187" y="99"/>
                  <a:pt x="183" y="102"/>
                </a:cubicBezTo>
                <a:cubicBezTo>
                  <a:pt x="186" y="100"/>
                  <a:pt x="187" y="99"/>
                  <a:pt x="188" y="98"/>
                </a:cubicBezTo>
                <a:cubicBezTo>
                  <a:pt x="187" y="99"/>
                  <a:pt x="187" y="98"/>
                  <a:pt x="186" y="99"/>
                </a:cubicBezTo>
                <a:close/>
                <a:moveTo>
                  <a:pt x="169" y="89"/>
                </a:moveTo>
                <a:cubicBezTo>
                  <a:pt x="171" y="89"/>
                  <a:pt x="178" y="83"/>
                  <a:pt x="174" y="85"/>
                </a:cubicBezTo>
                <a:cubicBezTo>
                  <a:pt x="174" y="86"/>
                  <a:pt x="171" y="88"/>
                  <a:pt x="169" y="89"/>
                </a:cubicBezTo>
                <a:close/>
                <a:moveTo>
                  <a:pt x="182" y="123"/>
                </a:moveTo>
                <a:cubicBezTo>
                  <a:pt x="187" y="120"/>
                  <a:pt x="189" y="118"/>
                  <a:pt x="195" y="114"/>
                </a:cubicBezTo>
                <a:cubicBezTo>
                  <a:pt x="194" y="115"/>
                  <a:pt x="195" y="113"/>
                  <a:pt x="194" y="114"/>
                </a:cubicBezTo>
                <a:cubicBezTo>
                  <a:pt x="194" y="114"/>
                  <a:pt x="191" y="117"/>
                  <a:pt x="189" y="118"/>
                </a:cubicBezTo>
                <a:cubicBezTo>
                  <a:pt x="190" y="117"/>
                  <a:pt x="190" y="117"/>
                  <a:pt x="190" y="116"/>
                </a:cubicBezTo>
                <a:cubicBezTo>
                  <a:pt x="188" y="118"/>
                  <a:pt x="186" y="120"/>
                  <a:pt x="183" y="121"/>
                </a:cubicBezTo>
                <a:cubicBezTo>
                  <a:pt x="184" y="121"/>
                  <a:pt x="184" y="120"/>
                  <a:pt x="183" y="121"/>
                </a:cubicBezTo>
                <a:cubicBezTo>
                  <a:pt x="183" y="121"/>
                  <a:pt x="182" y="123"/>
                  <a:pt x="182" y="123"/>
                </a:cubicBezTo>
                <a:close/>
                <a:moveTo>
                  <a:pt x="178" y="110"/>
                </a:moveTo>
                <a:cubicBezTo>
                  <a:pt x="180" y="109"/>
                  <a:pt x="180" y="109"/>
                  <a:pt x="180" y="109"/>
                </a:cubicBezTo>
                <a:cubicBezTo>
                  <a:pt x="178" y="111"/>
                  <a:pt x="182" y="109"/>
                  <a:pt x="182" y="108"/>
                </a:cubicBezTo>
                <a:cubicBezTo>
                  <a:pt x="181" y="108"/>
                  <a:pt x="179" y="109"/>
                  <a:pt x="178" y="110"/>
                </a:cubicBezTo>
                <a:close/>
                <a:moveTo>
                  <a:pt x="178" y="117"/>
                </a:moveTo>
                <a:cubicBezTo>
                  <a:pt x="177" y="118"/>
                  <a:pt x="176" y="118"/>
                  <a:pt x="175" y="120"/>
                </a:cubicBezTo>
                <a:cubicBezTo>
                  <a:pt x="176" y="119"/>
                  <a:pt x="176" y="119"/>
                  <a:pt x="177" y="119"/>
                </a:cubicBezTo>
                <a:cubicBezTo>
                  <a:pt x="178" y="118"/>
                  <a:pt x="182" y="116"/>
                  <a:pt x="181" y="116"/>
                </a:cubicBezTo>
                <a:cubicBezTo>
                  <a:pt x="177" y="119"/>
                  <a:pt x="181" y="114"/>
                  <a:pt x="178" y="117"/>
                </a:cubicBezTo>
                <a:close/>
                <a:moveTo>
                  <a:pt x="164" y="122"/>
                </a:moveTo>
                <a:cubicBezTo>
                  <a:pt x="169" y="117"/>
                  <a:pt x="172" y="117"/>
                  <a:pt x="177" y="112"/>
                </a:cubicBezTo>
                <a:cubicBezTo>
                  <a:pt x="174" y="114"/>
                  <a:pt x="176" y="112"/>
                  <a:pt x="174" y="113"/>
                </a:cubicBezTo>
                <a:cubicBezTo>
                  <a:pt x="171" y="116"/>
                  <a:pt x="165" y="119"/>
                  <a:pt x="164" y="122"/>
                </a:cubicBezTo>
                <a:close/>
                <a:moveTo>
                  <a:pt x="159" y="111"/>
                </a:moveTo>
                <a:cubicBezTo>
                  <a:pt x="160" y="110"/>
                  <a:pt x="164" y="108"/>
                  <a:pt x="164" y="107"/>
                </a:cubicBezTo>
                <a:cubicBezTo>
                  <a:pt x="162" y="109"/>
                  <a:pt x="158" y="112"/>
                  <a:pt x="159" y="111"/>
                </a:cubicBezTo>
                <a:close/>
                <a:moveTo>
                  <a:pt x="170" y="123"/>
                </a:moveTo>
                <a:cubicBezTo>
                  <a:pt x="172" y="122"/>
                  <a:pt x="175" y="118"/>
                  <a:pt x="172" y="121"/>
                </a:cubicBezTo>
                <a:cubicBezTo>
                  <a:pt x="172" y="121"/>
                  <a:pt x="173" y="120"/>
                  <a:pt x="173" y="121"/>
                </a:cubicBezTo>
                <a:cubicBezTo>
                  <a:pt x="172" y="121"/>
                  <a:pt x="168" y="124"/>
                  <a:pt x="170" y="123"/>
                </a:cubicBezTo>
                <a:close/>
                <a:moveTo>
                  <a:pt x="125" y="113"/>
                </a:moveTo>
                <a:cubicBezTo>
                  <a:pt x="123" y="114"/>
                  <a:pt x="123" y="114"/>
                  <a:pt x="123" y="114"/>
                </a:cubicBezTo>
                <a:cubicBezTo>
                  <a:pt x="123" y="115"/>
                  <a:pt x="122" y="116"/>
                  <a:pt x="123" y="115"/>
                </a:cubicBezTo>
                <a:cubicBezTo>
                  <a:pt x="125" y="114"/>
                  <a:pt x="125" y="114"/>
                  <a:pt x="125" y="113"/>
                </a:cubicBezTo>
                <a:cubicBezTo>
                  <a:pt x="125" y="113"/>
                  <a:pt x="126" y="113"/>
                  <a:pt x="126" y="112"/>
                </a:cubicBezTo>
                <a:cubicBezTo>
                  <a:pt x="125" y="113"/>
                  <a:pt x="125" y="113"/>
                  <a:pt x="125" y="113"/>
                </a:cubicBezTo>
                <a:close/>
                <a:moveTo>
                  <a:pt x="107" y="138"/>
                </a:moveTo>
                <a:cubicBezTo>
                  <a:pt x="106" y="138"/>
                  <a:pt x="106" y="138"/>
                  <a:pt x="105" y="139"/>
                </a:cubicBezTo>
                <a:cubicBezTo>
                  <a:pt x="105" y="138"/>
                  <a:pt x="107" y="136"/>
                  <a:pt x="107" y="136"/>
                </a:cubicBezTo>
                <a:cubicBezTo>
                  <a:pt x="105" y="138"/>
                  <a:pt x="104" y="139"/>
                  <a:pt x="102" y="141"/>
                </a:cubicBezTo>
                <a:cubicBezTo>
                  <a:pt x="104" y="141"/>
                  <a:pt x="106" y="140"/>
                  <a:pt x="108" y="139"/>
                </a:cubicBezTo>
                <a:cubicBezTo>
                  <a:pt x="104" y="141"/>
                  <a:pt x="110" y="134"/>
                  <a:pt x="107" y="137"/>
                </a:cubicBezTo>
                <a:cubicBezTo>
                  <a:pt x="107" y="137"/>
                  <a:pt x="107" y="137"/>
                  <a:pt x="107" y="138"/>
                </a:cubicBezTo>
                <a:close/>
                <a:moveTo>
                  <a:pt x="128" y="160"/>
                </a:moveTo>
                <a:cubicBezTo>
                  <a:pt x="127" y="161"/>
                  <a:pt x="126" y="161"/>
                  <a:pt x="126" y="161"/>
                </a:cubicBezTo>
                <a:cubicBezTo>
                  <a:pt x="125" y="163"/>
                  <a:pt x="128" y="160"/>
                  <a:pt x="128" y="162"/>
                </a:cubicBezTo>
                <a:cubicBezTo>
                  <a:pt x="127" y="163"/>
                  <a:pt x="126" y="164"/>
                  <a:pt x="125" y="164"/>
                </a:cubicBezTo>
                <a:cubicBezTo>
                  <a:pt x="125" y="165"/>
                  <a:pt x="128" y="162"/>
                  <a:pt x="129" y="162"/>
                </a:cubicBezTo>
                <a:cubicBezTo>
                  <a:pt x="128" y="162"/>
                  <a:pt x="127" y="163"/>
                  <a:pt x="127" y="163"/>
                </a:cubicBezTo>
                <a:cubicBezTo>
                  <a:pt x="131" y="161"/>
                  <a:pt x="128" y="162"/>
                  <a:pt x="131" y="159"/>
                </a:cubicBezTo>
                <a:cubicBezTo>
                  <a:pt x="130" y="159"/>
                  <a:pt x="127" y="162"/>
                  <a:pt x="128" y="160"/>
                </a:cubicBezTo>
                <a:close/>
                <a:moveTo>
                  <a:pt x="95" y="148"/>
                </a:moveTo>
                <a:cubicBezTo>
                  <a:pt x="95" y="148"/>
                  <a:pt x="96" y="148"/>
                  <a:pt x="96" y="148"/>
                </a:cubicBezTo>
                <a:cubicBezTo>
                  <a:pt x="94" y="149"/>
                  <a:pt x="94" y="150"/>
                  <a:pt x="94" y="150"/>
                </a:cubicBezTo>
                <a:cubicBezTo>
                  <a:pt x="98" y="147"/>
                  <a:pt x="99" y="145"/>
                  <a:pt x="101" y="143"/>
                </a:cubicBezTo>
                <a:cubicBezTo>
                  <a:pt x="102" y="143"/>
                  <a:pt x="102" y="142"/>
                  <a:pt x="102" y="141"/>
                </a:cubicBezTo>
                <a:cubicBezTo>
                  <a:pt x="100" y="143"/>
                  <a:pt x="97" y="147"/>
                  <a:pt x="95" y="148"/>
                </a:cubicBezTo>
                <a:close/>
                <a:moveTo>
                  <a:pt x="110" y="169"/>
                </a:moveTo>
                <a:cubicBezTo>
                  <a:pt x="110" y="169"/>
                  <a:pt x="111" y="169"/>
                  <a:pt x="111" y="169"/>
                </a:cubicBezTo>
                <a:cubicBezTo>
                  <a:pt x="110" y="170"/>
                  <a:pt x="109" y="171"/>
                  <a:pt x="109" y="171"/>
                </a:cubicBezTo>
                <a:cubicBezTo>
                  <a:pt x="112" y="168"/>
                  <a:pt x="113" y="166"/>
                  <a:pt x="114" y="165"/>
                </a:cubicBezTo>
                <a:cubicBezTo>
                  <a:pt x="114" y="165"/>
                  <a:pt x="114" y="165"/>
                  <a:pt x="114" y="165"/>
                </a:cubicBezTo>
                <a:cubicBezTo>
                  <a:pt x="112" y="167"/>
                  <a:pt x="111" y="169"/>
                  <a:pt x="110" y="169"/>
                </a:cubicBezTo>
                <a:close/>
                <a:moveTo>
                  <a:pt x="91" y="154"/>
                </a:moveTo>
                <a:cubicBezTo>
                  <a:pt x="92" y="155"/>
                  <a:pt x="92" y="155"/>
                  <a:pt x="92" y="155"/>
                </a:cubicBezTo>
                <a:cubicBezTo>
                  <a:pt x="94" y="153"/>
                  <a:pt x="93" y="153"/>
                  <a:pt x="94" y="152"/>
                </a:cubicBezTo>
                <a:cubicBezTo>
                  <a:pt x="94" y="152"/>
                  <a:pt x="94" y="152"/>
                  <a:pt x="95" y="152"/>
                </a:cubicBezTo>
                <a:cubicBezTo>
                  <a:pt x="95" y="152"/>
                  <a:pt x="95" y="151"/>
                  <a:pt x="95" y="151"/>
                </a:cubicBezTo>
                <a:cubicBezTo>
                  <a:pt x="94" y="151"/>
                  <a:pt x="94" y="151"/>
                  <a:pt x="94" y="152"/>
                </a:cubicBezTo>
                <a:cubicBezTo>
                  <a:pt x="93" y="153"/>
                  <a:pt x="93" y="153"/>
                  <a:pt x="91" y="154"/>
                </a:cubicBezTo>
                <a:close/>
                <a:moveTo>
                  <a:pt x="92" y="162"/>
                </a:moveTo>
                <a:cubicBezTo>
                  <a:pt x="94" y="162"/>
                  <a:pt x="97" y="157"/>
                  <a:pt x="99" y="155"/>
                </a:cubicBezTo>
                <a:cubicBezTo>
                  <a:pt x="96" y="158"/>
                  <a:pt x="95" y="159"/>
                  <a:pt x="92" y="162"/>
                </a:cubicBezTo>
                <a:close/>
                <a:moveTo>
                  <a:pt x="88" y="161"/>
                </a:moveTo>
                <a:cubicBezTo>
                  <a:pt x="87" y="161"/>
                  <a:pt x="87" y="161"/>
                  <a:pt x="87" y="161"/>
                </a:cubicBezTo>
                <a:cubicBezTo>
                  <a:pt x="87" y="161"/>
                  <a:pt x="87" y="161"/>
                  <a:pt x="87" y="161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2"/>
                  <a:pt x="87" y="162"/>
                </a:cubicBezTo>
                <a:cubicBezTo>
                  <a:pt x="87" y="162"/>
                  <a:pt x="87" y="163"/>
                  <a:pt x="87" y="163"/>
                </a:cubicBezTo>
                <a:cubicBezTo>
                  <a:pt x="87" y="163"/>
                  <a:pt x="87" y="162"/>
                  <a:pt x="87" y="162"/>
                </a:cubicBezTo>
                <a:cubicBezTo>
                  <a:pt x="87" y="162"/>
                  <a:pt x="87" y="162"/>
                  <a:pt x="88" y="161"/>
                </a:cubicBezTo>
                <a:cubicBezTo>
                  <a:pt x="89" y="160"/>
                  <a:pt x="89" y="160"/>
                  <a:pt x="89" y="160"/>
                </a:cubicBezTo>
                <a:cubicBezTo>
                  <a:pt x="88" y="162"/>
                  <a:pt x="90" y="159"/>
                  <a:pt x="91" y="158"/>
                </a:cubicBezTo>
                <a:cubicBezTo>
                  <a:pt x="91" y="157"/>
                  <a:pt x="93" y="157"/>
                  <a:pt x="94" y="156"/>
                </a:cubicBezTo>
                <a:cubicBezTo>
                  <a:pt x="92" y="156"/>
                  <a:pt x="90" y="158"/>
                  <a:pt x="88" y="161"/>
                </a:cubicBezTo>
                <a:close/>
                <a:moveTo>
                  <a:pt x="106" y="176"/>
                </a:moveTo>
                <a:cubicBezTo>
                  <a:pt x="106" y="177"/>
                  <a:pt x="105" y="177"/>
                  <a:pt x="105" y="178"/>
                </a:cubicBezTo>
                <a:cubicBezTo>
                  <a:pt x="104" y="178"/>
                  <a:pt x="104" y="178"/>
                  <a:pt x="104" y="178"/>
                </a:cubicBezTo>
                <a:cubicBezTo>
                  <a:pt x="104" y="179"/>
                  <a:pt x="103" y="179"/>
                  <a:pt x="103" y="180"/>
                </a:cubicBezTo>
                <a:cubicBezTo>
                  <a:pt x="104" y="179"/>
                  <a:pt x="104" y="180"/>
                  <a:pt x="104" y="179"/>
                </a:cubicBezTo>
                <a:cubicBezTo>
                  <a:pt x="105" y="179"/>
                  <a:pt x="105" y="180"/>
                  <a:pt x="106" y="179"/>
                </a:cubicBezTo>
                <a:cubicBezTo>
                  <a:pt x="105" y="179"/>
                  <a:pt x="105" y="179"/>
                  <a:pt x="105" y="179"/>
                </a:cubicBezTo>
                <a:cubicBezTo>
                  <a:pt x="105" y="178"/>
                  <a:pt x="105" y="179"/>
                  <a:pt x="106" y="178"/>
                </a:cubicBezTo>
                <a:cubicBezTo>
                  <a:pt x="105" y="179"/>
                  <a:pt x="108" y="175"/>
                  <a:pt x="108" y="175"/>
                </a:cubicBezTo>
                <a:cubicBezTo>
                  <a:pt x="108" y="175"/>
                  <a:pt x="108" y="175"/>
                  <a:pt x="109" y="175"/>
                </a:cubicBezTo>
                <a:cubicBezTo>
                  <a:pt x="108" y="175"/>
                  <a:pt x="107" y="175"/>
                  <a:pt x="106" y="176"/>
                </a:cubicBezTo>
                <a:close/>
                <a:moveTo>
                  <a:pt x="109" y="180"/>
                </a:moveTo>
                <a:cubicBezTo>
                  <a:pt x="108" y="180"/>
                  <a:pt x="108" y="180"/>
                  <a:pt x="108" y="180"/>
                </a:cubicBezTo>
                <a:cubicBezTo>
                  <a:pt x="108" y="181"/>
                  <a:pt x="108" y="181"/>
                  <a:pt x="108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7" y="181"/>
                  <a:pt x="107" y="181"/>
                  <a:pt x="107" y="181"/>
                </a:cubicBezTo>
                <a:cubicBezTo>
                  <a:pt x="106" y="182"/>
                  <a:pt x="106" y="183"/>
                  <a:pt x="105" y="184"/>
                </a:cubicBezTo>
                <a:cubicBezTo>
                  <a:pt x="106" y="184"/>
                  <a:pt x="107" y="183"/>
                  <a:pt x="107" y="182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8" y="182"/>
                  <a:pt x="108" y="182"/>
                  <a:pt x="110" y="180"/>
                </a:cubicBezTo>
                <a:cubicBezTo>
                  <a:pt x="110" y="180"/>
                  <a:pt x="109" y="180"/>
                  <a:pt x="109" y="180"/>
                </a:cubicBezTo>
                <a:close/>
                <a:moveTo>
                  <a:pt x="88" y="171"/>
                </a:moveTo>
                <a:cubicBezTo>
                  <a:pt x="89" y="170"/>
                  <a:pt x="88" y="170"/>
                  <a:pt x="88" y="170"/>
                </a:cubicBezTo>
                <a:cubicBezTo>
                  <a:pt x="89" y="171"/>
                  <a:pt x="90" y="169"/>
                  <a:pt x="90" y="169"/>
                </a:cubicBezTo>
                <a:cubicBezTo>
                  <a:pt x="90" y="169"/>
                  <a:pt x="90" y="168"/>
                  <a:pt x="89" y="169"/>
                </a:cubicBezTo>
                <a:cubicBezTo>
                  <a:pt x="89" y="169"/>
                  <a:pt x="88" y="170"/>
                  <a:pt x="88" y="171"/>
                </a:cubicBezTo>
                <a:close/>
                <a:moveTo>
                  <a:pt x="98" y="180"/>
                </a:moveTo>
                <a:cubicBezTo>
                  <a:pt x="99" y="179"/>
                  <a:pt x="99" y="180"/>
                  <a:pt x="100" y="180"/>
                </a:cubicBezTo>
                <a:cubicBezTo>
                  <a:pt x="99" y="179"/>
                  <a:pt x="98" y="179"/>
                  <a:pt x="98" y="180"/>
                </a:cubicBezTo>
                <a:close/>
                <a:moveTo>
                  <a:pt x="102" y="183"/>
                </a:moveTo>
                <a:cubicBezTo>
                  <a:pt x="102" y="182"/>
                  <a:pt x="101" y="182"/>
                  <a:pt x="102" y="182"/>
                </a:cubicBezTo>
                <a:cubicBezTo>
                  <a:pt x="102" y="182"/>
                  <a:pt x="102" y="183"/>
                  <a:pt x="102" y="182"/>
                </a:cubicBezTo>
                <a:cubicBezTo>
                  <a:pt x="102" y="182"/>
                  <a:pt x="101" y="182"/>
                  <a:pt x="101" y="182"/>
                </a:cubicBezTo>
                <a:cubicBezTo>
                  <a:pt x="102" y="182"/>
                  <a:pt x="101" y="183"/>
                  <a:pt x="102" y="183"/>
                </a:cubicBezTo>
                <a:close/>
                <a:moveTo>
                  <a:pt x="102" y="191"/>
                </a:moveTo>
                <a:cubicBezTo>
                  <a:pt x="102" y="191"/>
                  <a:pt x="104" y="189"/>
                  <a:pt x="104" y="188"/>
                </a:cubicBezTo>
                <a:cubicBezTo>
                  <a:pt x="103" y="187"/>
                  <a:pt x="103" y="186"/>
                  <a:pt x="102" y="187"/>
                </a:cubicBezTo>
                <a:cubicBezTo>
                  <a:pt x="104" y="188"/>
                  <a:pt x="101" y="190"/>
                  <a:pt x="102" y="191"/>
                </a:cubicBezTo>
                <a:close/>
                <a:moveTo>
                  <a:pt x="100" y="187"/>
                </a:moveTo>
                <a:cubicBezTo>
                  <a:pt x="100" y="187"/>
                  <a:pt x="99" y="187"/>
                  <a:pt x="100" y="187"/>
                </a:cubicBezTo>
                <a:cubicBezTo>
                  <a:pt x="100" y="187"/>
                  <a:pt x="101" y="187"/>
                  <a:pt x="101" y="187"/>
                </a:cubicBezTo>
                <a:cubicBezTo>
                  <a:pt x="100" y="187"/>
                  <a:pt x="100" y="187"/>
                  <a:pt x="100" y="187"/>
                </a:cubicBezTo>
                <a:close/>
                <a:moveTo>
                  <a:pt x="99" y="192"/>
                </a:moveTo>
                <a:cubicBezTo>
                  <a:pt x="97" y="193"/>
                  <a:pt x="94" y="197"/>
                  <a:pt x="94" y="198"/>
                </a:cubicBezTo>
                <a:cubicBezTo>
                  <a:pt x="95" y="197"/>
                  <a:pt x="96" y="196"/>
                  <a:pt x="97" y="194"/>
                </a:cubicBezTo>
                <a:cubicBezTo>
                  <a:pt x="97" y="195"/>
                  <a:pt x="97" y="195"/>
                  <a:pt x="97" y="194"/>
                </a:cubicBezTo>
                <a:cubicBezTo>
                  <a:pt x="98" y="192"/>
                  <a:pt x="101" y="192"/>
                  <a:pt x="102" y="189"/>
                </a:cubicBezTo>
                <a:cubicBezTo>
                  <a:pt x="101" y="189"/>
                  <a:pt x="101" y="190"/>
                  <a:pt x="101" y="190"/>
                </a:cubicBezTo>
                <a:cubicBezTo>
                  <a:pt x="100" y="189"/>
                  <a:pt x="102" y="189"/>
                  <a:pt x="102" y="188"/>
                </a:cubicBezTo>
                <a:cubicBezTo>
                  <a:pt x="100" y="189"/>
                  <a:pt x="100" y="191"/>
                  <a:pt x="98" y="191"/>
                </a:cubicBezTo>
                <a:cubicBezTo>
                  <a:pt x="99" y="191"/>
                  <a:pt x="99" y="192"/>
                  <a:pt x="99" y="192"/>
                </a:cubicBezTo>
                <a:close/>
                <a:moveTo>
                  <a:pt x="95" y="191"/>
                </a:moveTo>
                <a:cubicBezTo>
                  <a:pt x="96" y="191"/>
                  <a:pt x="95" y="192"/>
                  <a:pt x="96" y="192"/>
                </a:cubicBezTo>
                <a:cubicBezTo>
                  <a:pt x="96" y="191"/>
                  <a:pt x="98" y="191"/>
                  <a:pt x="97" y="190"/>
                </a:cubicBezTo>
                <a:cubicBezTo>
                  <a:pt x="98" y="190"/>
                  <a:pt x="98" y="189"/>
                  <a:pt x="98" y="189"/>
                </a:cubicBezTo>
                <a:cubicBezTo>
                  <a:pt x="98" y="189"/>
                  <a:pt x="97" y="189"/>
                  <a:pt x="98" y="189"/>
                </a:cubicBezTo>
                <a:cubicBezTo>
                  <a:pt x="98" y="189"/>
                  <a:pt x="99" y="189"/>
                  <a:pt x="100" y="188"/>
                </a:cubicBezTo>
                <a:cubicBezTo>
                  <a:pt x="99" y="187"/>
                  <a:pt x="99" y="187"/>
                  <a:pt x="99" y="187"/>
                </a:cubicBezTo>
                <a:cubicBezTo>
                  <a:pt x="98" y="187"/>
                  <a:pt x="99" y="188"/>
                  <a:pt x="98" y="188"/>
                </a:cubicBezTo>
                <a:cubicBezTo>
                  <a:pt x="98" y="187"/>
                  <a:pt x="96" y="189"/>
                  <a:pt x="97" y="190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0"/>
                  <a:pt x="97" y="190"/>
                  <a:pt x="96" y="191"/>
                </a:cubicBezTo>
                <a:cubicBezTo>
                  <a:pt x="96" y="190"/>
                  <a:pt x="96" y="190"/>
                  <a:pt x="96" y="190"/>
                </a:cubicBezTo>
                <a:cubicBezTo>
                  <a:pt x="96" y="191"/>
                  <a:pt x="96" y="191"/>
                  <a:pt x="95" y="191"/>
                </a:cubicBezTo>
                <a:close/>
                <a:moveTo>
                  <a:pt x="85" y="191"/>
                </a:moveTo>
                <a:cubicBezTo>
                  <a:pt x="85" y="194"/>
                  <a:pt x="82" y="195"/>
                  <a:pt x="81" y="197"/>
                </a:cubicBezTo>
                <a:cubicBezTo>
                  <a:pt x="82" y="198"/>
                  <a:pt x="82" y="197"/>
                  <a:pt x="82" y="197"/>
                </a:cubicBezTo>
                <a:cubicBezTo>
                  <a:pt x="84" y="195"/>
                  <a:pt x="85" y="193"/>
                  <a:pt x="87" y="192"/>
                </a:cubicBezTo>
                <a:cubicBezTo>
                  <a:pt x="87" y="192"/>
                  <a:pt x="87" y="193"/>
                  <a:pt x="88" y="193"/>
                </a:cubicBezTo>
                <a:cubicBezTo>
                  <a:pt x="88" y="193"/>
                  <a:pt x="89" y="191"/>
                  <a:pt x="90" y="191"/>
                </a:cubicBezTo>
                <a:cubicBezTo>
                  <a:pt x="89" y="190"/>
                  <a:pt x="89" y="190"/>
                  <a:pt x="89" y="190"/>
                </a:cubicBezTo>
                <a:cubicBezTo>
                  <a:pt x="89" y="191"/>
                  <a:pt x="88" y="193"/>
                  <a:pt x="87" y="192"/>
                </a:cubicBezTo>
                <a:cubicBezTo>
                  <a:pt x="87" y="191"/>
                  <a:pt x="88" y="190"/>
                  <a:pt x="89" y="189"/>
                </a:cubicBezTo>
                <a:cubicBezTo>
                  <a:pt x="88" y="189"/>
                  <a:pt x="88" y="188"/>
                  <a:pt x="87" y="189"/>
                </a:cubicBezTo>
                <a:cubicBezTo>
                  <a:pt x="88" y="189"/>
                  <a:pt x="87" y="190"/>
                  <a:pt x="88" y="190"/>
                </a:cubicBezTo>
                <a:cubicBezTo>
                  <a:pt x="87" y="190"/>
                  <a:pt x="88" y="190"/>
                  <a:pt x="87" y="190"/>
                </a:cubicBezTo>
                <a:cubicBezTo>
                  <a:pt x="86" y="190"/>
                  <a:pt x="86" y="192"/>
                  <a:pt x="85" y="191"/>
                </a:cubicBezTo>
                <a:cubicBezTo>
                  <a:pt x="86" y="191"/>
                  <a:pt x="86" y="191"/>
                  <a:pt x="86" y="191"/>
                </a:cubicBezTo>
                <a:cubicBezTo>
                  <a:pt x="85" y="191"/>
                  <a:pt x="86" y="191"/>
                  <a:pt x="85" y="191"/>
                </a:cubicBezTo>
                <a:close/>
                <a:moveTo>
                  <a:pt x="94" y="201"/>
                </a:moveTo>
                <a:cubicBezTo>
                  <a:pt x="95" y="200"/>
                  <a:pt x="94" y="199"/>
                  <a:pt x="95" y="200"/>
                </a:cubicBezTo>
                <a:cubicBezTo>
                  <a:pt x="95" y="199"/>
                  <a:pt x="95" y="199"/>
                  <a:pt x="96" y="199"/>
                </a:cubicBezTo>
                <a:cubicBezTo>
                  <a:pt x="94" y="198"/>
                  <a:pt x="94" y="200"/>
                  <a:pt x="94" y="201"/>
                </a:cubicBezTo>
                <a:close/>
                <a:moveTo>
                  <a:pt x="93" y="198"/>
                </a:moveTo>
                <a:cubicBezTo>
                  <a:pt x="93" y="199"/>
                  <a:pt x="93" y="199"/>
                  <a:pt x="92" y="199"/>
                </a:cubicBezTo>
                <a:cubicBezTo>
                  <a:pt x="93" y="200"/>
                  <a:pt x="91" y="200"/>
                  <a:pt x="92" y="200"/>
                </a:cubicBezTo>
                <a:cubicBezTo>
                  <a:pt x="92" y="199"/>
                  <a:pt x="94" y="199"/>
                  <a:pt x="93" y="198"/>
                </a:cubicBezTo>
                <a:close/>
                <a:moveTo>
                  <a:pt x="91" y="201"/>
                </a:moveTo>
                <a:cubicBezTo>
                  <a:pt x="91" y="202"/>
                  <a:pt x="91" y="201"/>
                  <a:pt x="90" y="201"/>
                </a:cubicBezTo>
                <a:cubicBezTo>
                  <a:pt x="90" y="202"/>
                  <a:pt x="91" y="202"/>
                  <a:pt x="91" y="202"/>
                </a:cubicBezTo>
                <a:cubicBezTo>
                  <a:pt x="91" y="202"/>
                  <a:pt x="91" y="202"/>
                  <a:pt x="91" y="203"/>
                </a:cubicBezTo>
                <a:cubicBezTo>
                  <a:pt x="91" y="202"/>
                  <a:pt x="92" y="202"/>
                  <a:pt x="91" y="202"/>
                </a:cubicBezTo>
                <a:cubicBezTo>
                  <a:pt x="92" y="201"/>
                  <a:pt x="92" y="202"/>
                  <a:pt x="92" y="201"/>
                </a:cubicBezTo>
                <a:cubicBezTo>
                  <a:pt x="92" y="201"/>
                  <a:pt x="92" y="201"/>
                  <a:pt x="92" y="201"/>
                </a:cubicBezTo>
                <a:cubicBezTo>
                  <a:pt x="92" y="200"/>
                  <a:pt x="92" y="201"/>
                  <a:pt x="93" y="201"/>
                </a:cubicBezTo>
                <a:cubicBezTo>
                  <a:pt x="93" y="200"/>
                  <a:pt x="93" y="200"/>
                  <a:pt x="93" y="200"/>
                </a:cubicBezTo>
                <a:cubicBezTo>
                  <a:pt x="92" y="199"/>
                  <a:pt x="92" y="201"/>
                  <a:pt x="91" y="201"/>
                </a:cubicBezTo>
                <a:close/>
                <a:moveTo>
                  <a:pt x="87" y="202"/>
                </a:moveTo>
                <a:cubicBezTo>
                  <a:pt x="87" y="203"/>
                  <a:pt x="86" y="204"/>
                  <a:pt x="86" y="205"/>
                </a:cubicBezTo>
                <a:cubicBezTo>
                  <a:pt x="88" y="203"/>
                  <a:pt x="89" y="204"/>
                  <a:pt x="90" y="205"/>
                </a:cubicBezTo>
                <a:cubicBezTo>
                  <a:pt x="89" y="204"/>
                  <a:pt x="90" y="204"/>
                  <a:pt x="90" y="204"/>
                </a:cubicBezTo>
                <a:cubicBezTo>
                  <a:pt x="90" y="204"/>
                  <a:pt x="89" y="204"/>
                  <a:pt x="89" y="203"/>
                </a:cubicBezTo>
                <a:cubicBezTo>
                  <a:pt x="89" y="204"/>
                  <a:pt x="89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3"/>
                  <a:pt x="88" y="203"/>
                </a:cubicBezTo>
                <a:cubicBezTo>
                  <a:pt x="88" y="203"/>
                  <a:pt x="88" y="202"/>
                  <a:pt x="89" y="202"/>
                </a:cubicBezTo>
                <a:cubicBezTo>
                  <a:pt x="87" y="202"/>
                  <a:pt x="88" y="201"/>
                  <a:pt x="87" y="202"/>
                </a:cubicBezTo>
                <a:close/>
                <a:moveTo>
                  <a:pt x="64" y="186"/>
                </a:move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5" y="186"/>
                  <a:pt x="65" y="186"/>
                </a:cubicBezTo>
                <a:cubicBezTo>
                  <a:pt x="65" y="186"/>
                  <a:pt x="64" y="186"/>
                  <a:pt x="64" y="186"/>
                </a:cubicBezTo>
                <a:close/>
                <a:moveTo>
                  <a:pt x="86" y="208"/>
                </a:moveTo>
                <a:cubicBezTo>
                  <a:pt x="86" y="208"/>
                  <a:pt x="86" y="207"/>
                  <a:pt x="86" y="207"/>
                </a:cubicBezTo>
                <a:cubicBezTo>
                  <a:pt x="85" y="207"/>
                  <a:pt x="87" y="207"/>
                  <a:pt x="87" y="206"/>
                </a:cubicBezTo>
                <a:cubicBezTo>
                  <a:pt x="86" y="206"/>
                  <a:pt x="85" y="208"/>
                  <a:pt x="86" y="208"/>
                </a:cubicBezTo>
                <a:close/>
                <a:moveTo>
                  <a:pt x="84" y="206"/>
                </a:moveTo>
                <a:cubicBezTo>
                  <a:pt x="84" y="206"/>
                  <a:pt x="84" y="207"/>
                  <a:pt x="85" y="206"/>
                </a:cubicBezTo>
                <a:cubicBezTo>
                  <a:pt x="84" y="206"/>
                  <a:pt x="84" y="205"/>
                  <a:pt x="84" y="206"/>
                </a:cubicBezTo>
                <a:cubicBezTo>
                  <a:pt x="84" y="206"/>
                  <a:pt x="83" y="205"/>
                  <a:pt x="84" y="206"/>
                </a:cubicBezTo>
                <a:close/>
                <a:moveTo>
                  <a:pt x="79" y="215"/>
                </a:moveTo>
                <a:cubicBezTo>
                  <a:pt x="79" y="215"/>
                  <a:pt x="79" y="215"/>
                  <a:pt x="80" y="215"/>
                </a:cubicBezTo>
                <a:cubicBezTo>
                  <a:pt x="80" y="214"/>
                  <a:pt x="82" y="213"/>
                  <a:pt x="81" y="212"/>
                </a:cubicBezTo>
                <a:cubicBezTo>
                  <a:pt x="81" y="212"/>
                  <a:pt x="81" y="212"/>
                  <a:pt x="81" y="212"/>
                </a:cubicBezTo>
                <a:cubicBezTo>
                  <a:pt x="81" y="212"/>
                  <a:pt x="80" y="212"/>
                  <a:pt x="80" y="212"/>
                </a:cubicBezTo>
                <a:cubicBezTo>
                  <a:pt x="81" y="212"/>
                  <a:pt x="81" y="212"/>
                  <a:pt x="81" y="213"/>
                </a:cubicBezTo>
                <a:cubicBezTo>
                  <a:pt x="80" y="212"/>
                  <a:pt x="80" y="213"/>
                  <a:pt x="80" y="212"/>
                </a:cubicBezTo>
                <a:cubicBezTo>
                  <a:pt x="79" y="212"/>
                  <a:pt x="79" y="212"/>
                  <a:pt x="79" y="213"/>
                </a:cubicBezTo>
                <a:cubicBezTo>
                  <a:pt x="79" y="214"/>
                  <a:pt x="77" y="216"/>
                  <a:pt x="76" y="217"/>
                </a:cubicBezTo>
                <a:cubicBezTo>
                  <a:pt x="77" y="217"/>
                  <a:pt x="77" y="216"/>
                  <a:pt x="77" y="217"/>
                </a:cubicBezTo>
                <a:cubicBezTo>
                  <a:pt x="77" y="217"/>
                  <a:pt x="77" y="217"/>
                  <a:pt x="77" y="217"/>
                </a:cubicBezTo>
                <a:cubicBezTo>
                  <a:pt x="77" y="217"/>
                  <a:pt x="78" y="216"/>
                  <a:pt x="79" y="216"/>
                </a:cubicBezTo>
                <a:cubicBezTo>
                  <a:pt x="78" y="216"/>
                  <a:pt x="78" y="215"/>
                  <a:pt x="78" y="215"/>
                </a:cubicBezTo>
                <a:cubicBezTo>
                  <a:pt x="79" y="215"/>
                  <a:pt x="78" y="215"/>
                  <a:pt x="79" y="215"/>
                </a:cubicBezTo>
                <a:cubicBezTo>
                  <a:pt x="79" y="215"/>
                  <a:pt x="79" y="215"/>
                  <a:pt x="79" y="215"/>
                </a:cubicBezTo>
                <a:close/>
                <a:moveTo>
                  <a:pt x="74" y="207"/>
                </a:moveTo>
                <a:cubicBezTo>
                  <a:pt x="73" y="207"/>
                  <a:pt x="73" y="208"/>
                  <a:pt x="72" y="207"/>
                </a:cubicBezTo>
                <a:cubicBezTo>
                  <a:pt x="71" y="209"/>
                  <a:pt x="70" y="210"/>
                  <a:pt x="69" y="210"/>
                </a:cubicBezTo>
                <a:cubicBezTo>
                  <a:pt x="68" y="211"/>
                  <a:pt x="69" y="210"/>
                  <a:pt x="69" y="211"/>
                </a:cubicBezTo>
                <a:cubicBezTo>
                  <a:pt x="68" y="211"/>
                  <a:pt x="69" y="212"/>
                  <a:pt x="68" y="212"/>
                </a:cubicBezTo>
                <a:cubicBezTo>
                  <a:pt x="69" y="212"/>
                  <a:pt x="69" y="211"/>
                  <a:pt x="68" y="211"/>
                </a:cubicBezTo>
                <a:cubicBezTo>
                  <a:pt x="68" y="212"/>
                  <a:pt x="67" y="212"/>
                  <a:pt x="68" y="213"/>
                </a:cubicBezTo>
                <a:cubicBezTo>
                  <a:pt x="68" y="213"/>
                  <a:pt x="68" y="213"/>
                  <a:pt x="68" y="213"/>
                </a:cubicBezTo>
                <a:cubicBezTo>
                  <a:pt x="69" y="212"/>
                  <a:pt x="69" y="213"/>
                  <a:pt x="69" y="214"/>
                </a:cubicBezTo>
                <a:cubicBezTo>
                  <a:pt x="70" y="213"/>
                  <a:pt x="70" y="211"/>
                  <a:pt x="71" y="211"/>
                </a:cubicBezTo>
                <a:cubicBezTo>
                  <a:pt x="70" y="211"/>
                  <a:pt x="70" y="212"/>
                  <a:pt x="70" y="212"/>
                </a:cubicBezTo>
                <a:cubicBezTo>
                  <a:pt x="71" y="212"/>
                  <a:pt x="71" y="212"/>
                  <a:pt x="71" y="212"/>
                </a:cubicBezTo>
                <a:cubicBezTo>
                  <a:pt x="71" y="213"/>
                  <a:pt x="70" y="213"/>
                  <a:pt x="71" y="214"/>
                </a:cubicBezTo>
                <a:cubicBezTo>
                  <a:pt x="69" y="213"/>
                  <a:pt x="70" y="215"/>
                  <a:pt x="69" y="216"/>
                </a:cubicBezTo>
                <a:cubicBezTo>
                  <a:pt x="68" y="217"/>
                  <a:pt x="66" y="218"/>
                  <a:pt x="67" y="219"/>
                </a:cubicBezTo>
                <a:cubicBezTo>
                  <a:pt x="65" y="219"/>
                  <a:pt x="64" y="222"/>
                  <a:pt x="62" y="223"/>
                </a:cubicBezTo>
                <a:cubicBezTo>
                  <a:pt x="63" y="223"/>
                  <a:pt x="62" y="223"/>
                  <a:pt x="63" y="223"/>
                </a:cubicBezTo>
                <a:cubicBezTo>
                  <a:pt x="63" y="223"/>
                  <a:pt x="62" y="225"/>
                  <a:pt x="63" y="225"/>
                </a:cubicBezTo>
                <a:cubicBezTo>
                  <a:pt x="63" y="224"/>
                  <a:pt x="63" y="223"/>
                  <a:pt x="64" y="223"/>
                </a:cubicBezTo>
                <a:cubicBezTo>
                  <a:pt x="64" y="221"/>
                  <a:pt x="67" y="221"/>
                  <a:pt x="67" y="219"/>
                </a:cubicBezTo>
                <a:cubicBezTo>
                  <a:pt x="68" y="218"/>
                  <a:pt x="68" y="218"/>
                  <a:pt x="69" y="217"/>
                </a:cubicBezTo>
                <a:cubicBezTo>
                  <a:pt x="69" y="217"/>
                  <a:pt x="68" y="217"/>
                  <a:pt x="69" y="216"/>
                </a:cubicBezTo>
                <a:cubicBezTo>
                  <a:pt x="70" y="217"/>
                  <a:pt x="69" y="216"/>
                  <a:pt x="69" y="216"/>
                </a:cubicBezTo>
                <a:cubicBezTo>
                  <a:pt x="70" y="216"/>
                  <a:pt x="73" y="213"/>
                  <a:pt x="72" y="212"/>
                </a:cubicBezTo>
                <a:cubicBezTo>
                  <a:pt x="73" y="212"/>
                  <a:pt x="73" y="212"/>
                  <a:pt x="73" y="212"/>
                </a:cubicBezTo>
                <a:cubicBezTo>
                  <a:pt x="73" y="211"/>
                  <a:pt x="73" y="210"/>
                  <a:pt x="72" y="210"/>
                </a:cubicBezTo>
                <a:cubicBezTo>
                  <a:pt x="73" y="210"/>
                  <a:pt x="73" y="210"/>
                  <a:pt x="73" y="211"/>
                </a:cubicBezTo>
                <a:cubicBezTo>
                  <a:pt x="72" y="210"/>
                  <a:pt x="72" y="211"/>
                  <a:pt x="72" y="211"/>
                </a:cubicBezTo>
                <a:cubicBezTo>
                  <a:pt x="72" y="210"/>
                  <a:pt x="72" y="209"/>
                  <a:pt x="72" y="209"/>
                </a:cubicBezTo>
                <a:cubicBezTo>
                  <a:pt x="72" y="210"/>
                  <a:pt x="71" y="210"/>
                  <a:pt x="71" y="210"/>
                </a:cubicBezTo>
                <a:cubicBezTo>
                  <a:pt x="72" y="210"/>
                  <a:pt x="71" y="209"/>
                  <a:pt x="72" y="209"/>
                </a:cubicBezTo>
                <a:cubicBezTo>
                  <a:pt x="73" y="209"/>
                  <a:pt x="72" y="207"/>
                  <a:pt x="74" y="208"/>
                </a:cubicBezTo>
                <a:cubicBezTo>
                  <a:pt x="74" y="208"/>
                  <a:pt x="74" y="207"/>
                  <a:pt x="74" y="207"/>
                </a:cubicBezTo>
                <a:close/>
                <a:moveTo>
                  <a:pt x="64" y="211"/>
                </a:moveTo>
                <a:cubicBezTo>
                  <a:pt x="66" y="211"/>
                  <a:pt x="67" y="206"/>
                  <a:pt x="68" y="207"/>
                </a:cubicBezTo>
                <a:cubicBezTo>
                  <a:pt x="68" y="206"/>
                  <a:pt x="70" y="205"/>
                  <a:pt x="69" y="204"/>
                </a:cubicBezTo>
                <a:cubicBezTo>
                  <a:pt x="68" y="206"/>
                  <a:pt x="66" y="208"/>
                  <a:pt x="64" y="211"/>
                </a:cubicBezTo>
                <a:close/>
                <a:moveTo>
                  <a:pt x="73" y="215"/>
                </a:moveTo>
                <a:cubicBezTo>
                  <a:pt x="73" y="215"/>
                  <a:pt x="74" y="214"/>
                  <a:pt x="73" y="214"/>
                </a:cubicBezTo>
                <a:cubicBezTo>
                  <a:pt x="73" y="215"/>
                  <a:pt x="72" y="214"/>
                  <a:pt x="72" y="215"/>
                </a:cubicBezTo>
                <a:cubicBezTo>
                  <a:pt x="72" y="215"/>
                  <a:pt x="71" y="215"/>
                  <a:pt x="71" y="217"/>
                </a:cubicBezTo>
                <a:cubicBezTo>
                  <a:pt x="71" y="217"/>
                  <a:pt x="71" y="217"/>
                  <a:pt x="71" y="217"/>
                </a:cubicBezTo>
                <a:cubicBezTo>
                  <a:pt x="72" y="217"/>
                  <a:pt x="73" y="215"/>
                  <a:pt x="74" y="216"/>
                </a:cubicBezTo>
                <a:cubicBezTo>
                  <a:pt x="74" y="216"/>
                  <a:pt x="74" y="215"/>
                  <a:pt x="75" y="215"/>
                </a:cubicBezTo>
                <a:cubicBezTo>
                  <a:pt x="74" y="214"/>
                  <a:pt x="74" y="214"/>
                  <a:pt x="74" y="213"/>
                </a:cubicBezTo>
                <a:cubicBezTo>
                  <a:pt x="75" y="213"/>
                  <a:pt x="75" y="212"/>
                  <a:pt x="76" y="212"/>
                </a:cubicBezTo>
                <a:cubicBezTo>
                  <a:pt x="75" y="212"/>
                  <a:pt x="76" y="211"/>
                  <a:pt x="76" y="211"/>
                </a:cubicBezTo>
                <a:cubicBezTo>
                  <a:pt x="75" y="211"/>
                  <a:pt x="74" y="213"/>
                  <a:pt x="73" y="214"/>
                </a:cubicBezTo>
                <a:cubicBezTo>
                  <a:pt x="74" y="214"/>
                  <a:pt x="74" y="215"/>
                  <a:pt x="73" y="215"/>
                </a:cubicBezTo>
                <a:close/>
                <a:moveTo>
                  <a:pt x="74" y="210"/>
                </a:moveTo>
                <a:cubicBezTo>
                  <a:pt x="74" y="210"/>
                  <a:pt x="74" y="210"/>
                  <a:pt x="74" y="210"/>
                </a:cubicBezTo>
                <a:cubicBezTo>
                  <a:pt x="75" y="211"/>
                  <a:pt x="75" y="211"/>
                  <a:pt x="75" y="211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5" y="210"/>
                  <a:pt x="75" y="210"/>
                </a:cubicBezTo>
                <a:cubicBezTo>
                  <a:pt x="75" y="210"/>
                  <a:pt x="74" y="210"/>
                  <a:pt x="74" y="210"/>
                </a:cubicBezTo>
                <a:close/>
                <a:moveTo>
                  <a:pt x="48" y="194"/>
                </a:moveTo>
                <a:cubicBezTo>
                  <a:pt x="47" y="194"/>
                  <a:pt x="49" y="193"/>
                  <a:pt x="48" y="193"/>
                </a:cubicBezTo>
                <a:cubicBezTo>
                  <a:pt x="47" y="193"/>
                  <a:pt x="47" y="195"/>
                  <a:pt x="48" y="194"/>
                </a:cubicBezTo>
                <a:close/>
                <a:moveTo>
                  <a:pt x="75" y="220"/>
                </a:moveTo>
                <a:cubicBezTo>
                  <a:pt x="76" y="219"/>
                  <a:pt x="77" y="219"/>
                  <a:pt x="77" y="217"/>
                </a:cubicBezTo>
                <a:cubicBezTo>
                  <a:pt x="76" y="218"/>
                  <a:pt x="75" y="219"/>
                  <a:pt x="75" y="220"/>
                </a:cubicBezTo>
                <a:close/>
                <a:moveTo>
                  <a:pt x="39" y="198"/>
                </a:moveTo>
                <a:cubicBezTo>
                  <a:pt x="39" y="199"/>
                  <a:pt x="39" y="198"/>
                  <a:pt x="39" y="199"/>
                </a:cubicBezTo>
                <a:cubicBezTo>
                  <a:pt x="40" y="199"/>
                  <a:pt x="40" y="198"/>
                  <a:pt x="40" y="198"/>
                </a:cubicBezTo>
                <a:cubicBezTo>
                  <a:pt x="40" y="198"/>
                  <a:pt x="39" y="198"/>
                  <a:pt x="39" y="198"/>
                </a:cubicBezTo>
                <a:close/>
                <a:moveTo>
                  <a:pt x="67" y="230"/>
                </a:moveTo>
                <a:cubicBezTo>
                  <a:pt x="68" y="230"/>
                  <a:pt x="68" y="229"/>
                  <a:pt x="67" y="229"/>
                </a:cubicBezTo>
                <a:cubicBezTo>
                  <a:pt x="67" y="229"/>
                  <a:pt x="66" y="229"/>
                  <a:pt x="67" y="230"/>
                </a:cubicBezTo>
                <a:cubicBezTo>
                  <a:pt x="67" y="230"/>
                  <a:pt x="67" y="230"/>
                  <a:pt x="67" y="230"/>
                </a:cubicBezTo>
                <a:cubicBezTo>
                  <a:pt x="68" y="230"/>
                  <a:pt x="71" y="228"/>
                  <a:pt x="70" y="227"/>
                </a:cubicBezTo>
                <a:cubicBezTo>
                  <a:pt x="70" y="228"/>
                  <a:pt x="69" y="228"/>
                  <a:pt x="68" y="228"/>
                </a:cubicBezTo>
                <a:cubicBezTo>
                  <a:pt x="68" y="228"/>
                  <a:pt x="67" y="228"/>
                  <a:pt x="68" y="227"/>
                </a:cubicBezTo>
                <a:cubicBezTo>
                  <a:pt x="67" y="228"/>
                  <a:pt x="67" y="229"/>
                  <a:pt x="68" y="229"/>
                </a:cubicBezTo>
                <a:cubicBezTo>
                  <a:pt x="68" y="229"/>
                  <a:pt x="68" y="229"/>
                  <a:pt x="68" y="230"/>
                </a:cubicBezTo>
                <a:cubicBezTo>
                  <a:pt x="68" y="229"/>
                  <a:pt x="67" y="230"/>
                  <a:pt x="67" y="230"/>
                </a:cubicBezTo>
                <a:close/>
                <a:moveTo>
                  <a:pt x="57" y="232"/>
                </a:moveTo>
                <a:cubicBezTo>
                  <a:pt x="56" y="231"/>
                  <a:pt x="57" y="233"/>
                  <a:pt x="56" y="233"/>
                </a:cubicBezTo>
                <a:cubicBezTo>
                  <a:pt x="56" y="233"/>
                  <a:pt x="57" y="233"/>
                  <a:pt x="57" y="232"/>
                </a:cubicBezTo>
                <a:cubicBezTo>
                  <a:pt x="57" y="231"/>
                  <a:pt x="60" y="229"/>
                  <a:pt x="61" y="228"/>
                </a:cubicBezTo>
                <a:cubicBezTo>
                  <a:pt x="60" y="228"/>
                  <a:pt x="60" y="227"/>
                  <a:pt x="60" y="227"/>
                </a:cubicBezTo>
                <a:cubicBezTo>
                  <a:pt x="61" y="227"/>
                  <a:pt x="62" y="226"/>
                  <a:pt x="62" y="226"/>
                </a:cubicBezTo>
                <a:cubicBezTo>
                  <a:pt x="61" y="226"/>
                  <a:pt x="61" y="226"/>
                  <a:pt x="60" y="226"/>
                </a:cubicBezTo>
                <a:cubicBezTo>
                  <a:pt x="61" y="226"/>
                  <a:pt x="61" y="227"/>
                  <a:pt x="61" y="227"/>
                </a:cubicBezTo>
                <a:cubicBezTo>
                  <a:pt x="59" y="228"/>
                  <a:pt x="58" y="230"/>
                  <a:pt x="57" y="232"/>
                </a:cubicBezTo>
                <a:close/>
                <a:moveTo>
                  <a:pt x="66" y="232"/>
                </a:moveTo>
                <a:cubicBezTo>
                  <a:pt x="67" y="232"/>
                  <a:pt x="65" y="232"/>
                  <a:pt x="65" y="231"/>
                </a:cubicBezTo>
                <a:cubicBezTo>
                  <a:pt x="66" y="232"/>
                  <a:pt x="64" y="232"/>
                  <a:pt x="64" y="233"/>
                </a:cubicBezTo>
                <a:cubicBezTo>
                  <a:pt x="65" y="233"/>
                  <a:pt x="65" y="233"/>
                  <a:pt x="66" y="233"/>
                </a:cubicBezTo>
                <a:cubicBezTo>
                  <a:pt x="65" y="232"/>
                  <a:pt x="65" y="233"/>
                  <a:pt x="65" y="233"/>
                </a:cubicBezTo>
                <a:cubicBezTo>
                  <a:pt x="65" y="232"/>
                  <a:pt x="65" y="232"/>
                  <a:pt x="66" y="232"/>
                </a:cubicBezTo>
                <a:cubicBezTo>
                  <a:pt x="66" y="232"/>
                  <a:pt x="66" y="232"/>
                  <a:pt x="66" y="233"/>
                </a:cubicBezTo>
                <a:cubicBezTo>
                  <a:pt x="67" y="232"/>
                  <a:pt x="68" y="232"/>
                  <a:pt x="67" y="231"/>
                </a:cubicBezTo>
                <a:cubicBezTo>
                  <a:pt x="67" y="231"/>
                  <a:pt x="67" y="232"/>
                  <a:pt x="66" y="232"/>
                </a:cubicBezTo>
                <a:close/>
                <a:moveTo>
                  <a:pt x="50" y="233"/>
                </a:moveTo>
                <a:cubicBezTo>
                  <a:pt x="50" y="232"/>
                  <a:pt x="50" y="232"/>
                  <a:pt x="50" y="232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9" y="233"/>
                  <a:pt x="49" y="233"/>
                  <a:pt x="49" y="233"/>
                </a:cubicBezTo>
                <a:cubicBezTo>
                  <a:pt x="48" y="233"/>
                  <a:pt x="48" y="234"/>
                  <a:pt x="47" y="235"/>
                </a:cubicBezTo>
                <a:cubicBezTo>
                  <a:pt x="48" y="233"/>
                  <a:pt x="49" y="231"/>
                  <a:pt x="50" y="229"/>
                </a:cubicBezTo>
                <a:cubicBezTo>
                  <a:pt x="52" y="228"/>
                  <a:pt x="53" y="226"/>
                  <a:pt x="55" y="224"/>
                </a:cubicBezTo>
                <a:cubicBezTo>
                  <a:pt x="55" y="225"/>
                  <a:pt x="54" y="226"/>
                  <a:pt x="53" y="227"/>
                </a:cubicBezTo>
                <a:cubicBezTo>
                  <a:pt x="52" y="228"/>
                  <a:pt x="53" y="228"/>
                  <a:pt x="52" y="229"/>
                </a:cubicBezTo>
                <a:cubicBezTo>
                  <a:pt x="52" y="229"/>
                  <a:pt x="52" y="230"/>
                  <a:pt x="52" y="229"/>
                </a:cubicBezTo>
                <a:cubicBezTo>
                  <a:pt x="52" y="231"/>
                  <a:pt x="50" y="232"/>
                  <a:pt x="50" y="233"/>
                </a:cubicBezTo>
                <a:close/>
                <a:moveTo>
                  <a:pt x="51" y="231"/>
                </a:moveTo>
                <a:cubicBezTo>
                  <a:pt x="51" y="231"/>
                  <a:pt x="50" y="231"/>
                  <a:pt x="50" y="231"/>
                </a:cubicBezTo>
                <a:cubicBezTo>
                  <a:pt x="50" y="232"/>
                  <a:pt x="50" y="232"/>
                  <a:pt x="51" y="231"/>
                </a:cubicBezTo>
                <a:close/>
                <a:moveTo>
                  <a:pt x="47" y="227"/>
                </a:moveTo>
                <a:cubicBezTo>
                  <a:pt x="47" y="226"/>
                  <a:pt x="48" y="225"/>
                  <a:pt x="48" y="225"/>
                </a:cubicBezTo>
                <a:cubicBezTo>
                  <a:pt x="47" y="225"/>
                  <a:pt x="47" y="225"/>
                  <a:pt x="47" y="225"/>
                </a:cubicBezTo>
                <a:cubicBezTo>
                  <a:pt x="48" y="226"/>
                  <a:pt x="46" y="226"/>
                  <a:pt x="47" y="227"/>
                </a:cubicBezTo>
                <a:close/>
                <a:moveTo>
                  <a:pt x="64" y="239"/>
                </a:moveTo>
                <a:cubicBezTo>
                  <a:pt x="64" y="238"/>
                  <a:pt x="65" y="238"/>
                  <a:pt x="64" y="238"/>
                </a:cubicBezTo>
                <a:cubicBezTo>
                  <a:pt x="64" y="238"/>
                  <a:pt x="64" y="238"/>
                  <a:pt x="64" y="238"/>
                </a:cubicBezTo>
                <a:cubicBezTo>
                  <a:pt x="65" y="238"/>
                  <a:pt x="63" y="239"/>
                  <a:pt x="64" y="239"/>
                </a:cubicBezTo>
                <a:close/>
                <a:moveTo>
                  <a:pt x="54" y="231"/>
                </a:moveTo>
                <a:cubicBezTo>
                  <a:pt x="53" y="232"/>
                  <a:pt x="53" y="232"/>
                  <a:pt x="53" y="232"/>
                </a:cubicBezTo>
                <a:cubicBezTo>
                  <a:pt x="53" y="231"/>
                  <a:pt x="53" y="231"/>
                  <a:pt x="53" y="231"/>
                </a:cubicBezTo>
                <a:cubicBezTo>
                  <a:pt x="53" y="231"/>
                  <a:pt x="52" y="231"/>
                  <a:pt x="52" y="231"/>
                </a:cubicBezTo>
                <a:cubicBezTo>
                  <a:pt x="52" y="232"/>
                  <a:pt x="53" y="232"/>
                  <a:pt x="52" y="232"/>
                </a:cubicBezTo>
                <a:cubicBezTo>
                  <a:pt x="51" y="232"/>
                  <a:pt x="51" y="234"/>
                  <a:pt x="50" y="235"/>
                </a:cubicBezTo>
                <a:cubicBezTo>
                  <a:pt x="50" y="235"/>
                  <a:pt x="51" y="236"/>
                  <a:pt x="51" y="235"/>
                </a:cubicBezTo>
                <a:cubicBezTo>
                  <a:pt x="52" y="235"/>
                  <a:pt x="50" y="235"/>
                  <a:pt x="51" y="235"/>
                </a:cubicBezTo>
                <a:cubicBezTo>
                  <a:pt x="51" y="235"/>
                  <a:pt x="52" y="235"/>
                  <a:pt x="52" y="234"/>
                </a:cubicBezTo>
                <a:cubicBezTo>
                  <a:pt x="51" y="234"/>
                  <a:pt x="51" y="234"/>
                  <a:pt x="51" y="233"/>
                </a:cubicBezTo>
                <a:cubicBezTo>
                  <a:pt x="52" y="233"/>
                  <a:pt x="52" y="232"/>
                  <a:pt x="53" y="232"/>
                </a:cubicBezTo>
                <a:cubicBezTo>
                  <a:pt x="53" y="232"/>
                  <a:pt x="53" y="233"/>
                  <a:pt x="53" y="233"/>
                </a:cubicBezTo>
                <a:cubicBezTo>
                  <a:pt x="54" y="232"/>
                  <a:pt x="54" y="231"/>
                  <a:pt x="53" y="231"/>
                </a:cubicBezTo>
                <a:cubicBezTo>
                  <a:pt x="53" y="231"/>
                  <a:pt x="54" y="231"/>
                  <a:pt x="54" y="231"/>
                </a:cubicBezTo>
                <a:close/>
                <a:moveTo>
                  <a:pt x="53" y="236"/>
                </a:moveTo>
                <a:cubicBezTo>
                  <a:pt x="54" y="237"/>
                  <a:pt x="51" y="238"/>
                  <a:pt x="52" y="239"/>
                </a:cubicBezTo>
                <a:cubicBezTo>
                  <a:pt x="53" y="237"/>
                  <a:pt x="55" y="235"/>
                  <a:pt x="56" y="233"/>
                </a:cubicBezTo>
                <a:cubicBezTo>
                  <a:pt x="55" y="234"/>
                  <a:pt x="55" y="235"/>
                  <a:pt x="54" y="235"/>
                </a:cubicBezTo>
                <a:cubicBezTo>
                  <a:pt x="54" y="236"/>
                  <a:pt x="54" y="236"/>
                  <a:pt x="54" y="235"/>
                </a:cubicBezTo>
                <a:cubicBezTo>
                  <a:pt x="54" y="236"/>
                  <a:pt x="53" y="237"/>
                  <a:pt x="53" y="236"/>
                </a:cubicBezTo>
                <a:close/>
                <a:moveTo>
                  <a:pt x="59" y="240"/>
                </a:moveTo>
                <a:cubicBezTo>
                  <a:pt x="59" y="240"/>
                  <a:pt x="60" y="240"/>
                  <a:pt x="60" y="240"/>
                </a:cubicBezTo>
                <a:cubicBezTo>
                  <a:pt x="60" y="239"/>
                  <a:pt x="60" y="240"/>
                  <a:pt x="59" y="239"/>
                </a:cubicBezTo>
                <a:cubicBezTo>
                  <a:pt x="60" y="239"/>
                  <a:pt x="59" y="239"/>
                  <a:pt x="59" y="239"/>
                </a:cubicBezTo>
                <a:cubicBezTo>
                  <a:pt x="60" y="240"/>
                  <a:pt x="59" y="240"/>
                  <a:pt x="59" y="240"/>
                </a:cubicBezTo>
                <a:close/>
                <a:moveTo>
                  <a:pt x="46" y="234"/>
                </a:moveTo>
                <a:cubicBezTo>
                  <a:pt x="47" y="234"/>
                  <a:pt x="47" y="233"/>
                  <a:pt x="47" y="233"/>
                </a:cubicBezTo>
                <a:cubicBezTo>
                  <a:pt x="46" y="234"/>
                  <a:pt x="46" y="232"/>
                  <a:pt x="46" y="233"/>
                </a:cubicBezTo>
                <a:cubicBezTo>
                  <a:pt x="46" y="233"/>
                  <a:pt x="46" y="233"/>
                  <a:pt x="46" y="233"/>
                </a:cubicBezTo>
                <a:cubicBezTo>
                  <a:pt x="46" y="233"/>
                  <a:pt x="46" y="234"/>
                  <a:pt x="46" y="234"/>
                </a:cubicBezTo>
                <a:close/>
                <a:moveTo>
                  <a:pt x="48" y="236"/>
                </a:moveTo>
                <a:cubicBezTo>
                  <a:pt x="48" y="237"/>
                  <a:pt x="49" y="237"/>
                  <a:pt x="49" y="238"/>
                </a:cubicBezTo>
                <a:cubicBezTo>
                  <a:pt x="49" y="237"/>
                  <a:pt x="51" y="237"/>
                  <a:pt x="51" y="236"/>
                </a:cubicBezTo>
                <a:cubicBezTo>
                  <a:pt x="50" y="236"/>
                  <a:pt x="50" y="236"/>
                  <a:pt x="49" y="237"/>
                </a:cubicBezTo>
                <a:cubicBezTo>
                  <a:pt x="49" y="236"/>
                  <a:pt x="50" y="236"/>
                  <a:pt x="49" y="235"/>
                </a:cubicBezTo>
                <a:cubicBezTo>
                  <a:pt x="49" y="236"/>
                  <a:pt x="49" y="236"/>
                  <a:pt x="48" y="236"/>
                </a:cubicBezTo>
                <a:close/>
                <a:moveTo>
                  <a:pt x="24" y="224"/>
                </a:moveTo>
                <a:cubicBezTo>
                  <a:pt x="24" y="223"/>
                  <a:pt x="24" y="224"/>
                  <a:pt x="25" y="223"/>
                </a:cubicBezTo>
                <a:cubicBezTo>
                  <a:pt x="24" y="223"/>
                  <a:pt x="24" y="223"/>
                  <a:pt x="23" y="223"/>
                </a:cubicBezTo>
                <a:cubicBezTo>
                  <a:pt x="24" y="224"/>
                  <a:pt x="24" y="223"/>
                  <a:pt x="24" y="224"/>
                </a:cubicBezTo>
                <a:cubicBezTo>
                  <a:pt x="24" y="224"/>
                  <a:pt x="24" y="224"/>
                  <a:pt x="24" y="224"/>
                </a:cubicBezTo>
                <a:close/>
                <a:moveTo>
                  <a:pt x="17" y="230"/>
                </a:moveTo>
                <a:cubicBezTo>
                  <a:pt x="18" y="228"/>
                  <a:pt x="19" y="228"/>
                  <a:pt x="19" y="227"/>
                </a:cubicBezTo>
                <a:cubicBezTo>
                  <a:pt x="19" y="227"/>
                  <a:pt x="16" y="229"/>
                  <a:pt x="17" y="230"/>
                </a:cubicBezTo>
                <a:close/>
                <a:moveTo>
                  <a:pt x="45" y="246"/>
                </a:moveTo>
                <a:cubicBezTo>
                  <a:pt x="45" y="246"/>
                  <a:pt x="46" y="247"/>
                  <a:pt x="46" y="247"/>
                </a:cubicBezTo>
                <a:cubicBezTo>
                  <a:pt x="45" y="247"/>
                  <a:pt x="45" y="248"/>
                  <a:pt x="45" y="248"/>
                </a:cubicBezTo>
                <a:cubicBezTo>
                  <a:pt x="46" y="248"/>
                  <a:pt x="46" y="247"/>
                  <a:pt x="47" y="247"/>
                </a:cubicBezTo>
                <a:cubicBezTo>
                  <a:pt x="47" y="247"/>
                  <a:pt x="47" y="247"/>
                  <a:pt x="47" y="247"/>
                </a:cubicBezTo>
                <a:cubicBezTo>
                  <a:pt x="46" y="247"/>
                  <a:pt x="46" y="245"/>
                  <a:pt x="45" y="246"/>
                </a:cubicBezTo>
                <a:close/>
                <a:moveTo>
                  <a:pt x="19" y="231"/>
                </a:moveTo>
                <a:cubicBezTo>
                  <a:pt x="19" y="231"/>
                  <a:pt x="18" y="231"/>
                  <a:pt x="18" y="231"/>
                </a:cubicBezTo>
                <a:cubicBezTo>
                  <a:pt x="19" y="232"/>
                  <a:pt x="19" y="230"/>
                  <a:pt x="18" y="230"/>
                </a:cubicBezTo>
                <a:cubicBezTo>
                  <a:pt x="18" y="231"/>
                  <a:pt x="19" y="230"/>
                  <a:pt x="19" y="231"/>
                </a:cubicBezTo>
                <a:close/>
                <a:moveTo>
                  <a:pt x="18" y="232"/>
                </a:moveTo>
                <a:cubicBezTo>
                  <a:pt x="18" y="234"/>
                  <a:pt x="17" y="234"/>
                  <a:pt x="17" y="235"/>
                </a:cubicBezTo>
                <a:cubicBezTo>
                  <a:pt x="17" y="235"/>
                  <a:pt x="17" y="234"/>
                  <a:pt x="18" y="234"/>
                </a:cubicBezTo>
                <a:cubicBezTo>
                  <a:pt x="18" y="233"/>
                  <a:pt x="19" y="232"/>
                  <a:pt x="18" y="232"/>
                </a:cubicBezTo>
                <a:cubicBezTo>
                  <a:pt x="17" y="232"/>
                  <a:pt x="18" y="233"/>
                  <a:pt x="18" y="232"/>
                </a:cubicBezTo>
                <a:close/>
                <a:moveTo>
                  <a:pt x="4" y="256"/>
                </a:moveTo>
                <a:cubicBezTo>
                  <a:pt x="5" y="255"/>
                  <a:pt x="5" y="254"/>
                  <a:pt x="6" y="253"/>
                </a:cubicBezTo>
                <a:cubicBezTo>
                  <a:pt x="5" y="254"/>
                  <a:pt x="4" y="255"/>
                  <a:pt x="4" y="256"/>
                </a:cubicBezTo>
                <a:close/>
                <a:moveTo>
                  <a:pt x="5" y="258"/>
                </a:moveTo>
                <a:cubicBezTo>
                  <a:pt x="6" y="257"/>
                  <a:pt x="6" y="258"/>
                  <a:pt x="6" y="257"/>
                </a:cubicBezTo>
                <a:cubicBezTo>
                  <a:pt x="6" y="257"/>
                  <a:pt x="6" y="256"/>
                  <a:pt x="6" y="257"/>
                </a:cubicBezTo>
                <a:cubicBezTo>
                  <a:pt x="6" y="257"/>
                  <a:pt x="6" y="257"/>
                  <a:pt x="6" y="257"/>
                </a:cubicBezTo>
                <a:cubicBezTo>
                  <a:pt x="5" y="257"/>
                  <a:pt x="5" y="257"/>
                  <a:pt x="5" y="258"/>
                </a:cubicBezTo>
                <a:close/>
                <a:moveTo>
                  <a:pt x="810" y="264"/>
                </a:moveTo>
                <a:cubicBezTo>
                  <a:pt x="810" y="263"/>
                  <a:pt x="808" y="261"/>
                  <a:pt x="809" y="261"/>
                </a:cubicBezTo>
                <a:cubicBezTo>
                  <a:pt x="810" y="263"/>
                  <a:pt x="809" y="259"/>
                  <a:pt x="809" y="258"/>
                </a:cubicBezTo>
                <a:cubicBezTo>
                  <a:pt x="810" y="258"/>
                  <a:pt x="811" y="261"/>
                  <a:pt x="811" y="261"/>
                </a:cubicBezTo>
                <a:cubicBezTo>
                  <a:pt x="809" y="256"/>
                  <a:pt x="809" y="255"/>
                  <a:pt x="807" y="251"/>
                </a:cubicBezTo>
                <a:cubicBezTo>
                  <a:pt x="808" y="254"/>
                  <a:pt x="807" y="252"/>
                  <a:pt x="806" y="253"/>
                </a:cubicBezTo>
                <a:cubicBezTo>
                  <a:pt x="806" y="253"/>
                  <a:pt x="807" y="260"/>
                  <a:pt x="805" y="261"/>
                </a:cubicBezTo>
                <a:cubicBezTo>
                  <a:pt x="805" y="261"/>
                  <a:pt x="804" y="259"/>
                  <a:pt x="804" y="259"/>
                </a:cubicBezTo>
                <a:cubicBezTo>
                  <a:pt x="803" y="261"/>
                  <a:pt x="804" y="266"/>
                  <a:pt x="801" y="262"/>
                </a:cubicBezTo>
                <a:cubicBezTo>
                  <a:pt x="805" y="271"/>
                  <a:pt x="805" y="267"/>
                  <a:pt x="806" y="266"/>
                </a:cubicBezTo>
                <a:cubicBezTo>
                  <a:pt x="806" y="266"/>
                  <a:pt x="810" y="269"/>
                  <a:pt x="808" y="265"/>
                </a:cubicBezTo>
                <a:cubicBezTo>
                  <a:pt x="809" y="266"/>
                  <a:pt x="810" y="269"/>
                  <a:pt x="810" y="268"/>
                </a:cubicBezTo>
                <a:cubicBezTo>
                  <a:pt x="811" y="267"/>
                  <a:pt x="808" y="263"/>
                  <a:pt x="810" y="264"/>
                </a:cubicBezTo>
                <a:close/>
                <a:moveTo>
                  <a:pt x="440" y="4"/>
                </a:moveTo>
                <a:cubicBezTo>
                  <a:pt x="437" y="3"/>
                  <a:pt x="437" y="4"/>
                  <a:pt x="434" y="4"/>
                </a:cubicBezTo>
                <a:cubicBezTo>
                  <a:pt x="434" y="3"/>
                  <a:pt x="433" y="3"/>
                  <a:pt x="433" y="3"/>
                </a:cubicBezTo>
                <a:cubicBezTo>
                  <a:pt x="435" y="3"/>
                  <a:pt x="437" y="3"/>
                  <a:pt x="438" y="2"/>
                </a:cubicBezTo>
                <a:cubicBezTo>
                  <a:pt x="434" y="2"/>
                  <a:pt x="429" y="3"/>
                  <a:pt x="425" y="3"/>
                </a:cubicBezTo>
                <a:cubicBezTo>
                  <a:pt x="428" y="3"/>
                  <a:pt x="433" y="4"/>
                  <a:pt x="437" y="4"/>
                </a:cubicBezTo>
                <a:cubicBezTo>
                  <a:pt x="436" y="4"/>
                  <a:pt x="434" y="4"/>
                  <a:pt x="434" y="4"/>
                </a:cubicBezTo>
                <a:cubicBezTo>
                  <a:pt x="439" y="4"/>
                  <a:pt x="441" y="4"/>
                  <a:pt x="443" y="5"/>
                </a:cubicBezTo>
                <a:cubicBezTo>
                  <a:pt x="442" y="4"/>
                  <a:pt x="446" y="5"/>
                  <a:pt x="446" y="5"/>
                </a:cubicBezTo>
                <a:cubicBezTo>
                  <a:pt x="444" y="4"/>
                  <a:pt x="444" y="5"/>
                  <a:pt x="440" y="4"/>
                </a:cubicBezTo>
                <a:close/>
                <a:moveTo>
                  <a:pt x="399" y="5"/>
                </a:moveTo>
                <a:cubicBezTo>
                  <a:pt x="398" y="4"/>
                  <a:pt x="401" y="4"/>
                  <a:pt x="398" y="4"/>
                </a:cubicBezTo>
                <a:cubicBezTo>
                  <a:pt x="393" y="5"/>
                  <a:pt x="386" y="4"/>
                  <a:pt x="382" y="5"/>
                </a:cubicBezTo>
                <a:cubicBezTo>
                  <a:pt x="385" y="5"/>
                  <a:pt x="389" y="5"/>
                  <a:pt x="390" y="6"/>
                </a:cubicBezTo>
                <a:cubicBezTo>
                  <a:pt x="395" y="5"/>
                  <a:pt x="398" y="6"/>
                  <a:pt x="400" y="5"/>
                </a:cubicBezTo>
                <a:lnTo>
                  <a:pt x="399" y="5"/>
                </a:lnTo>
                <a:close/>
                <a:moveTo>
                  <a:pt x="142" y="101"/>
                </a:moveTo>
                <a:cubicBezTo>
                  <a:pt x="142" y="102"/>
                  <a:pt x="141" y="103"/>
                  <a:pt x="143" y="102"/>
                </a:cubicBezTo>
                <a:cubicBezTo>
                  <a:pt x="147" y="98"/>
                  <a:pt x="152" y="95"/>
                  <a:pt x="156" y="91"/>
                </a:cubicBezTo>
                <a:cubicBezTo>
                  <a:pt x="154" y="92"/>
                  <a:pt x="153" y="93"/>
                  <a:pt x="152" y="94"/>
                </a:cubicBezTo>
                <a:cubicBezTo>
                  <a:pt x="153" y="93"/>
                  <a:pt x="154" y="92"/>
                  <a:pt x="154" y="91"/>
                </a:cubicBezTo>
                <a:cubicBezTo>
                  <a:pt x="149" y="95"/>
                  <a:pt x="141" y="101"/>
                  <a:pt x="134" y="107"/>
                </a:cubicBezTo>
                <a:cubicBezTo>
                  <a:pt x="135" y="107"/>
                  <a:pt x="140" y="103"/>
                  <a:pt x="142" y="101"/>
                </a:cubicBezTo>
                <a:close/>
                <a:moveTo>
                  <a:pt x="84" y="158"/>
                </a:moveTo>
                <a:cubicBezTo>
                  <a:pt x="84" y="159"/>
                  <a:pt x="84" y="160"/>
                  <a:pt x="83" y="160"/>
                </a:cubicBezTo>
                <a:cubicBezTo>
                  <a:pt x="83" y="161"/>
                  <a:pt x="83" y="162"/>
                  <a:pt x="84" y="161"/>
                </a:cubicBezTo>
                <a:cubicBezTo>
                  <a:pt x="84" y="161"/>
                  <a:pt x="84" y="161"/>
                  <a:pt x="84" y="161"/>
                </a:cubicBezTo>
                <a:cubicBezTo>
                  <a:pt x="84" y="160"/>
                  <a:pt x="84" y="160"/>
                  <a:pt x="84" y="160"/>
                </a:cubicBezTo>
                <a:cubicBezTo>
                  <a:pt x="85" y="160"/>
                  <a:pt x="84" y="161"/>
                  <a:pt x="85" y="161"/>
                </a:cubicBezTo>
                <a:cubicBezTo>
                  <a:pt x="85" y="160"/>
                  <a:pt x="86" y="160"/>
                  <a:pt x="85" y="160"/>
                </a:cubicBezTo>
                <a:cubicBezTo>
                  <a:pt x="85" y="160"/>
                  <a:pt x="85" y="160"/>
                  <a:pt x="85" y="160"/>
                </a:cubicBezTo>
                <a:cubicBezTo>
                  <a:pt x="85" y="160"/>
                  <a:pt x="85" y="159"/>
                  <a:pt x="85" y="159"/>
                </a:cubicBezTo>
                <a:cubicBezTo>
                  <a:pt x="85" y="159"/>
                  <a:pt x="86" y="159"/>
                  <a:pt x="87" y="158"/>
                </a:cubicBezTo>
                <a:cubicBezTo>
                  <a:pt x="85" y="159"/>
                  <a:pt x="86" y="157"/>
                  <a:pt x="84" y="158"/>
                </a:cubicBezTo>
                <a:close/>
                <a:moveTo>
                  <a:pt x="103" y="180"/>
                </a:moveTo>
                <a:cubicBezTo>
                  <a:pt x="102" y="180"/>
                  <a:pt x="102" y="181"/>
                  <a:pt x="102" y="181"/>
                </a:cubicBezTo>
                <a:cubicBezTo>
                  <a:pt x="102" y="181"/>
                  <a:pt x="103" y="181"/>
                  <a:pt x="103" y="181"/>
                </a:cubicBezTo>
                <a:cubicBezTo>
                  <a:pt x="103" y="181"/>
                  <a:pt x="102" y="181"/>
                  <a:pt x="103" y="182"/>
                </a:cubicBezTo>
                <a:cubicBezTo>
                  <a:pt x="103" y="182"/>
                  <a:pt x="103" y="181"/>
                  <a:pt x="104" y="181"/>
                </a:cubicBezTo>
                <a:cubicBezTo>
                  <a:pt x="103" y="182"/>
                  <a:pt x="103" y="182"/>
                  <a:pt x="103" y="183"/>
                </a:cubicBezTo>
                <a:cubicBezTo>
                  <a:pt x="103" y="182"/>
                  <a:pt x="104" y="182"/>
                  <a:pt x="104" y="181"/>
                </a:cubicBezTo>
                <a:cubicBezTo>
                  <a:pt x="103" y="182"/>
                  <a:pt x="104" y="180"/>
                  <a:pt x="103" y="180"/>
                </a:cubicBezTo>
                <a:close/>
                <a:moveTo>
                  <a:pt x="77" y="160"/>
                </a:moveTo>
                <a:cubicBezTo>
                  <a:pt x="79" y="161"/>
                  <a:pt x="79" y="158"/>
                  <a:pt x="80" y="158"/>
                </a:cubicBezTo>
                <a:cubicBezTo>
                  <a:pt x="80" y="157"/>
                  <a:pt x="80" y="157"/>
                  <a:pt x="80" y="157"/>
                </a:cubicBezTo>
                <a:cubicBezTo>
                  <a:pt x="79" y="157"/>
                  <a:pt x="78" y="159"/>
                  <a:pt x="77" y="160"/>
                </a:cubicBezTo>
                <a:close/>
                <a:moveTo>
                  <a:pt x="81" y="163"/>
                </a:moveTo>
                <a:cubicBezTo>
                  <a:pt x="81" y="163"/>
                  <a:pt x="81" y="164"/>
                  <a:pt x="81" y="164"/>
                </a:cubicBezTo>
                <a:cubicBezTo>
                  <a:pt x="81" y="164"/>
                  <a:pt x="80" y="165"/>
                  <a:pt x="80" y="165"/>
                </a:cubicBezTo>
                <a:cubicBezTo>
                  <a:pt x="82" y="164"/>
                  <a:pt x="83" y="163"/>
                  <a:pt x="83" y="162"/>
                </a:cubicBezTo>
                <a:cubicBezTo>
                  <a:pt x="83" y="161"/>
                  <a:pt x="83" y="161"/>
                  <a:pt x="82" y="161"/>
                </a:cubicBezTo>
                <a:cubicBezTo>
                  <a:pt x="81" y="161"/>
                  <a:pt x="82" y="163"/>
                  <a:pt x="81" y="163"/>
                </a:cubicBezTo>
                <a:close/>
                <a:moveTo>
                  <a:pt x="95" y="192"/>
                </a:moveTo>
                <a:cubicBezTo>
                  <a:pt x="95" y="192"/>
                  <a:pt x="95" y="192"/>
                  <a:pt x="94" y="192"/>
                </a:cubicBezTo>
                <a:cubicBezTo>
                  <a:pt x="94" y="192"/>
                  <a:pt x="94" y="193"/>
                  <a:pt x="94" y="193"/>
                </a:cubicBezTo>
                <a:cubicBezTo>
                  <a:pt x="93" y="193"/>
                  <a:pt x="93" y="194"/>
                  <a:pt x="94" y="194"/>
                </a:cubicBezTo>
                <a:cubicBezTo>
                  <a:pt x="93" y="194"/>
                  <a:pt x="91" y="196"/>
                  <a:pt x="91" y="197"/>
                </a:cubicBezTo>
                <a:cubicBezTo>
                  <a:pt x="91" y="197"/>
                  <a:pt x="91" y="197"/>
                  <a:pt x="91" y="197"/>
                </a:cubicBezTo>
                <a:cubicBezTo>
                  <a:pt x="91" y="198"/>
                  <a:pt x="90" y="198"/>
                  <a:pt x="90" y="199"/>
                </a:cubicBezTo>
                <a:cubicBezTo>
                  <a:pt x="91" y="197"/>
                  <a:pt x="92" y="197"/>
                  <a:pt x="93" y="197"/>
                </a:cubicBezTo>
                <a:cubicBezTo>
                  <a:pt x="93" y="197"/>
                  <a:pt x="93" y="197"/>
                  <a:pt x="93" y="196"/>
                </a:cubicBezTo>
                <a:cubicBezTo>
                  <a:pt x="93" y="196"/>
                  <a:pt x="94" y="195"/>
                  <a:pt x="94" y="195"/>
                </a:cubicBezTo>
                <a:cubicBezTo>
                  <a:pt x="94" y="195"/>
                  <a:pt x="94" y="195"/>
                  <a:pt x="94" y="196"/>
                </a:cubicBezTo>
                <a:cubicBezTo>
                  <a:pt x="95" y="194"/>
                  <a:pt x="95" y="192"/>
                  <a:pt x="96" y="193"/>
                </a:cubicBezTo>
                <a:cubicBezTo>
                  <a:pt x="96" y="193"/>
                  <a:pt x="96" y="193"/>
                  <a:pt x="96" y="193"/>
                </a:cubicBezTo>
                <a:cubicBezTo>
                  <a:pt x="97" y="193"/>
                  <a:pt x="97" y="193"/>
                  <a:pt x="97" y="192"/>
                </a:cubicBezTo>
                <a:cubicBezTo>
                  <a:pt x="96" y="193"/>
                  <a:pt x="97" y="192"/>
                  <a:pt x="96" y="192"/>
                </a:cubicBezTo>
                <a:cubicBezTo>
                  <a:pt x="96" y="193"/>
                  <a:pt x="96" y="192"/>
                  <a:pt x="95" y="192"/>
                </a:cubicBezTo>
                <a:close/>
                <a:moveTo>
                  <a:pt x="65" y="175"/>
                </a:moveTo>
                <a:cubicBezTo>
                  <a:pt x="64" y="175"/>
                  <a:pt x="64" y="175"/>
                  <a:pt x="63" y="175"/>
                </a:cubicBezTo>
                <a:cubicBezTo>
                  <a:pt x="63" y="175"/>
                  <a:pt x="63" y="175"/>
                  <a:pt x="63" y="176"/>
                </a:cubicBezTo>
                <a:cubicBezTo>
                  <a:pt x="64" y="176"/>
                  <a:pt x="64" y="176"/>
                  <a:pt x="64" y="177"/>
                </a:cubicBezTo>
                <a:cubicBezTo>
                  <a:pt x="65" y="175"/>
                  <a:pt x="66" y="175"/>
                  <a:pt x="67" y="173"/>
                </a:cubicBezTo>
                <a:cubicBezTo>
                  <a:pt x="65" y="173"/>
                  <a:pt x="66" y="174"/>
                  <a:pt x="65" y="175"/>
                </a:cubicBezTo>
                <a:close/>
                <a:moveTo>
                  <a:pt x="45" y="240"/>
                </a:moveTo>
                <a:cubicBezTo>
                  <a:pt x="46" y="241"/>
                  <a:pt x="46" y="241"/>
                  <a:pt x="46" y="241"/>
                </a:cubicBezTo>
                <a:cubicBezTo>
                  <a:pt x="45" y="241"/>
                  <a:pt x="45" y="242"/>
                  <a:pt x="44" y="243"/>
                </a:cubicBezTo>
                <a:cubicBezTo>
                  <a:pt x="44" y="243"/>
                  <a:pt x="43" y="243"/>
                  <a:pt x="43" y="243"/>
                </a:cubicBezTo>
                <a:cubicBezTo>
                  <a:pt x="43" y="244"/>
                  <a:pt x="43" y="244"/>
                  <a:pt x="42" y="245"/>
                </a:cubicBezTo>
                <a:cubicBezTo>
                  <a:pt x="43" y="245"/>
                  <a:pt x="43" y="245"/>
                  <a:pt x="44" y="244"/>
                </a:cubicBezTo>
                <a:cubicBezTo>
                  <a:pt x="44" y="244"/>
                  <a:pt x="44" y="244"/>
                  <a:pt x="44" y="244"/>
                </a:cubicBezTo>
                <a:cubicBezTo>
                  <a:pt x="44" y="244"/>
                  <a:pt x="45" y="243"/>
                  <a:pt x="45" y="244"/>
                </a:cubicBezTo>
                <a:cubicBezTo>
                  <a:pt x="45" y="241"/>
                  <a:pt x="47" y="241"/>
                  <a:pt x="48" y="239"/>
                </a:cubicBezTo>
                <a:cubicBezTo>
                  <a:pt x="47" y="238"/>
                  <a:pt x="48" y="238"/>
                  <a:pt x="48" y="237"/>
                </a:cubicBezTo>
                <a:cubicBezTo>
                  <a:pt x="47" y="238"/>
                  <a:pt x="47" y="240"/>
                  <a:pt x="45" y="240"/>
                </a:cubicBezTo>
                <a:close/>
                <a:moveTo>
                  <a:pt x="820" y="180"/>
                </a:moveTo>
                <a:cubicBezTo>
                  <a:pt x="820" y="181"/>
                  <a:pt x="820" y="181"/>
                  <a:pt x="820" y="181"/>
                </a:cubicBezTo>
                <a:cubicBezTo>
                  <a:pt x="821" y="181"/>
                  <a:pt x="820" y="180"/>
                  <a:pt x="820" y="180"/>
                </a:cubicBezTo>
                <a:close/>
                <a:moveTo>
                  <a:pt x="866" y="171"/>
                </a:moveTo>
                <a:cubicBezTo>
                  <a:pt x="865" y="171"/>
                  <a:pt x="865" y="172"/>
                  <a:pt x="865" y="172"/>
                </a:cubicBezTo>
                <a:cubicBezTo>
                  <a:pt x="865" y="172"/>
                  <a:pt x="866" y="172"/>
                  <a:pt x="866" y="171"/>
                </a:cubicBezTo>
                <a:close/>
                <a:moveTo>
                  <a:pt x="867" y="170"/>
                </a:moveTo>
                <a:cubicBezTo>
                  <a:pt x="867" y="170"/>
                  <a:pt x="866" y="171"/>
                  <a:pt x="866" y="171"/>
                </a:cubicBezTo>
                <a:cubicBezTo>
                  <a:pt x="867" y="171"/>
                  <a:pt x="867" y="170"/>
                  <a:pt x="867" y="170"/>
                </a:cubicBezTo>
                <a:close/>
                <a:moveTo>
                  <a:pt x="861" y="164"/>
                </a:moveTo>
                <a:cubicBezTo>
                  <a:pt x="861" y="164"/>
                  <a:pt x="861" y="165"/>
                  <a:pt x="861" y="165"/>
                </a:cubicBezTo>
                <a:cubicBezTo>
                  <a:pt x="861" y="164"/>
                  <a:pt x="861" y="164"/>
                  <a:pt x="861" y="164"/>
                </a:cubicBezTo>
                <a:close/>
                <a:moveTo>
                  <a:pt x="868" y="162"/>
                </a:moveTo>
                <a:cubicBezTo>
                  <a:pt x="868" y="163"/>
                  <a:pt x="868" y="163"/>
                  <a:pt x="868" y="164"/>
                </a:cubicBezTo>
                <a:cubicBezTo>
                  <a:pt x="868" y="163"/>
                  <a:pt x="868" y="162"/>
                  <a:pt x="868" y="162"/>
                </a:cubicBezTo>
                <a:close/>
                <a:moveTo>
                  <a:pt x="837" y="147"/>
                </a:moveTo>
                <a:cubicBezTo>
                  <a:pt x="837" y="148"/>
                  <a:pt x="837" y="150"/>
                  <a:pt x="836" y="151"/>
                </a:cubicBezTo>
                <a:cubicBezTo>
                  <a:pt x="837" y="150"/>
                  <a:pt x="837" y="148"/>
                  <a:pt x="837" y="147"/>
                </a:cubicBezTo>
                <a:close/>
                <a:moveTo>
                  <a:pt x="852" y="150"/>
                </a:moveTo>
                <a:cubicBezTo>
                  <a:pt x="852" y="149"/>
                  <a:pt x="852" y="149"/>
                  <a:pt x="852" y="149"/>
                </a:cubicBezTo>
                <a:cubicBezTo>
                  <a:pt x="852" y="148"/>
                  <a:pt x="853" y="145"/>
                  <a:pt x="852" y="146"/>
                </a:cubicBezTo>
                <a:cubicBezTo>
                  <a:pt x="852" y="147"/>
                  <a:pt x="851" y="150"/>
                  <a:pt x="851" y="151"/>
                </a:cubicBezTo>
                <a:cubicBezTo>
                  <a:pt x="852" y="151"/>
                  <a:pt x="852" y="150"/>
                  <a:pt x="852" y="150"/>
                </a:cubicBezTo>
                <a:close/>
                <a:moveTo>
                  <a:pt x="857" y="134"/>
                </a:moveTo>
                <a:cubicBezTo>
                  <a:pt x="857" y="134"/>
                  <a:pt x="857" y="134"/>
                  <a:pt x="857" y="134"/>
                </a:cubicBezTo>
                <a:cubicBezTo>
                  <a:pt x="857" y="135"/>
                  <a:pt x="857" y="135"/>
                  <a:pt x="857" y="135"/>
                </a:cubicBezTo>
                <a:lnTo>
                  <a:pt x="857" y="134"/>
                </a:lnTo>
                <a:close/>
                <a:moveTo>
                  <a:pt x="855" y="121"/>
                </a:moveTo>
                <a:cubicBezTo>
                  <a:pt x="855" y="119"/>
                  <a:pt x="855" y="121"/>
                  <a:pt x="855" y="122"/>
                </a:cubicBezTo>
                <a:cubicBezTo>
                  <a:pt x="854" y="122"/>
                  <a:pt x="855" y="122"/>
                  <a:pt x="855" y="122"/>
                </a:cubicBezTo>
                <a:cubicBezTo>
                  <a:pt x="854" y="123"/>
                  <a:pt x="853" y="126"/>
                  <a:pt x="854" y="127"/>
                </a:cubicBezTo>
                <a:cubicBezTo>
                  <a:pt x="854" y="125"/>
                  <a:pt x="855" y="123"/>
                  <a:pt x="855" y="121"/>
                </a:cubicBezTo>
                <a:close/>
                <a:moveTo>
                  <a:pt x="861" y="127"/>
                </a:moveTo>
                <a:cubicBezTo>
                  <a:pt x="861" y="127"/>
                  <a:pt x="861" y="128"/>
                  <a:pt x="861" y="128"/>
                </a:cubicBezTo>
                <a:cubicBezTo>
                  <a:pt x="862" y="128"/>
                  <a:pt x="862" y="127"/>
                  <a:pt x="861" y="127"/>
                </a:cubicBezTo>
                <a:close/>
                <a:moveTo>
                  <a:pt x="843" y="120"/>
                </a:moveTo>
                <a:cubicBezTo>
                  <a:pt x="843" y="121"/>
                  <a:pt x="842" y="121"/>
                  <a:pt x="842" y="122"/>
                </a:cubicBezTo>
                <a:cubicBezTo>
                  <a:pt x="843" y="121"/>
                  <a:pt x="843" y="120"/>
                  <a:pt x="843" y="120"/>
                </a:cubicBezTo>
                <a:close/>
                <a:moveTo>
                  <a:pt x="859" y="124"/>
                </a:moveTo>
                <a:cubicBezTo>
                  <a:pt x="859" y="125"/>
                  <a:pt x="859" y="126"/>
                  <a:pt x="859" y="126"/>
                </a:cubicBezTo>
                <a:cubicBezTo>
                  <a:pt x="859" y="125"/>
                  <a:pt x="860" y="124"/>
                  <a:pt x="859" y="124"/>
                </a:cubicBezTo>
                <a:close/>
                <a:moveTo>
                  <a:pt x="862" y="124"/>
                </a:moveTo>
                <a:cubicBezTo>
                  <a:pt x="862" y="124"/>
                  <a:pt x="861" y="125"/>
                  <a:pt x="862" y="126"/>
                </a:cubicBezTo>
                <a:cubicBezTo>
                  <a:pt x="862" y="125"/>
                  <a:pt x="862" y="124"/>
                  <a:pt x="862" y="124"/>
                </a:cubicBezTo>
                <a:close/>
                <a:moveTo>
                  <a:pt x="839" y="118"/>
                </a:moveTo>
                <a:cubicBezTo>
                  <a:pt x="839" y="118"/>
                  <a:pt x="839" y="119"/>
                  <a:pt x="839" y="119"/>
                </a:cubicBezTo>
                <a:cubicBezTo>
                  <a:pt x="839" y="119"/>
                  <a:pt x="839" y="118"/>
                  <a:pt x="839" y="118"/>
                </a:cubicBezTo>
                <a:close/>
                <a:moveTo>
                  <a:pt x="844" y="116"/>
                </a:moveTo>
                <a:cubicBezTo>
                  <a:pt x="843" y="117"/>
                  <a:pt x="843" y="119"/>
                  <a:pt x="843" y="119"/>
                </a:cubicBezTo>
                <a:cubicBezTo>
                  <a:pt x="843" y="118"/>
                  <a:pt x="844" y="117"/>
                  <a:pt x="844" y="116"/>
                </a:cubicBezTo>
                <a:close/>
                <a:moveTo>
                  <a:pt x="862" y="120"/>
                </a:moveTo>
                <a:cubicBezTo>
                  <a:pt x="862" y="121"/>
                  <a:pt x="861" y="122"/>
                  <a:pt x="862" y="123"/>
                </a:cubicBezTo>
                <a:cubicBezTo>
                  <a:pt x="862" y="122"/>
                  <a:pt x="863" y="121"/>
                  <a:pt x="862" y="120"/>
                </a:cubicBezTo>
                <a:close/>
                <a:moveTo>
                  <a:pt x="855" y="118"/>
                </a:moveTo>
                <a:cubicBezTo>
                  <a:pt x="855" y="118"/>
                  <a:pt x="855" y="119"/>
                  <a:pt x="855" y="119"/>
                </a:cubicBezTo>
                <a:cubicBezTo>
                  <a:pt x="855" y="119"/>
                  <a:pt x="856" y="118"/>
                  <a:pt x="855" y="118"/>
                </a:cubicBezTo>
                <a:close/>
                <a:moveTo>
                  <a:pt x="858" y="117"/>
                </a:moveTo>
                <a:cubicBezTo>
                  <a:pt x="857" y="117"/>
                  <a:pt x="857" y="118"/>
                  <a:pt x="857" y="118"/>
                </a:cubicBezTo>
                <a:cubicBezTo>
                  <a:pt x="857" y="118"/>
                  <a:pt x="858" y="117"/>
                  <a:pt x="858" y="117"/>
                </a:cubicBezTo>
                <a:close/>
                <a:moveTo>
                  <a:pt x="860" y="116"/>
                </a:moveTo>
                <a:cubicBezTo>
                  <a:pt x="860" y="116"/>
                  <a:pt x="860" y="116"/>
                  <a:pt x="860" y="116"/>
                </a:cubicBezTo>
                <a:cubicBezTo>
                  <a:pt x="859" y="115"/>
                  <a:pt x="859" y="117"/>
                  <a:pt x="859" y="117"/>
                </a:cubicBezTo>
                <a:cubicBezTo>
                  <a:pt x="860" y="117"/>
                  <a:pt x="859" y="117"/>
                  <a:pt x="860" y="116"/>
                </a:cubicBezTo>
                <a:close/>
                <a:moveTo>
                  <a:pt x="849" y="110"/>
                </a:moveTo>
                <a:cubicBezTo>
                  <a:pt x="848" y="113"/>
                  <a:pt x="849" y="111"/>
                  <a:pt x="849" y="110"/>
                </a:cubicBezTo>
                <a:close/>
                <a:moveTo>
                  <a:pt x="845" y="105"/>
                </a:moveTo>
                <a:cubicBezTo>
                  <a:pt x="844" y="106"/>
                  <a:pt x="844" y="106"/>
                  <a:pt x="844" y="107"/>
                </a:cubicBezTo>
                <a:cubicBezTo>
                  <a:pt x="844" y="107"/>
                  <a:pt x="845" y="105"/>
                  <a:pt x="845" y="105"/>
                </a:cubicBezTo>
                <a:close/>
                <a:moveTo>
                  <a:pt x="844" y="105"/>
                </a:moveTo>
                <a:cubicBezTo>
                  <a:pt x="843" y="105"/>
                  <a:pt x="843" y="106"/>
                  <a:pt x="843" y="106"/>
                </a:cubicBezTo>
                <a:lnTo>
                  <a:pt x="844" y="105"/>
                </a:lnTo>
                <a:close/>
                <a:moveTo>
                  <a:pt x="836" y="101"/>
                </a:moveTo>
                <a:cubicBezTo>
                  <a:pt x="836" y="102"/>
                  <a:pt x="836" y="102"/>
                  <a:pt x="836" y="102"/>
                </a:cubicBezTo>
                <a:cubicBezTo>
                  <a:pt x="836" y="102"/>
                  <a:pt x="836" y="101"/>
                  <a:pt x="836" y="101"/>
                </a:cubicBezTo>
                <a:close/>
                <a:moveTo>
                  <a:pt x="838" y="98"/>
                </a:moveTo>
                <a:cubicBezTo>
                  <a:pt x="839" y="95"/>
                  <a:pt x="838" y="96"/>
                  <a:pt x="838" y="98"/>
                </a:cubicBezTo>
                <a:close/>
                <a:moveTo>
                  <a:pt x="828" y="135"/>
                </a:moveTo>
                <a:cubicBezTo>
                  <a:pt x="828" y="136"/>
                  <a:pt x="828" y="137"/>
                  <a:pt x="827" y="137"/>
                </a:cubicBezTo>
                <a:cubicBezTo>
                  <a:pt x="828" y="138"/>
                  <a:pt x="828" y="138"/>
                  <a:pt x="828" y="138"/>
                </a:cubicBezTo>
                <a:cubicBezTo>
                  <a:pt x="828" y="137"/>
                  <a:pt x="829" y="136"/>
                  <a:pt x="828" y="135"/>
                </a:cubicBezTo>
                <a:close/>
                <a:moveTo>
                  <a:pt x="846" y="121"/>
                </a:moveTo>
                <a:cubicBezTo>
                  <a:pt x="847" y="121"/>
                  <a:pt x="846" y="122"/>
                  <a:pt x="846" y="123"/>
                </a:cubicBezTo>
                <a:cubicBezTo>
                  <a:pt x="847" y="121"/>
                  <a:pt x="848" y="117"/>
                  <a:pt x="848" y="115"/>
                </a:cubicBezTo>
                <a:cubicBezTo>
                  <a:pt x="848" y="117"/>
                  <a:pt x="846" y="118"/>
                  <a:pt x="847" y="119"/>
                </a:cubicBezTo>
                <a:cubicBezTo>
                  <a:pt x="847" y="119"/>
                  <a:pt x="847" y="119"/>
                  <a:pt x="847" y="118"/>
                </a:cubicBezTo>
                <a:cubicBezTo>
                  <a:pt x="846" y="119"/>
                  <a:pt x="846" y="120"/>
                  <a:pt x="846" y="121"/>
                </a:cubicBezTo>
                <a:cubicBezTo>
                  <a:pt x="846" y="121"/>
                  <a:pt x="846" y="120"/>
                  <a:pt x="846" y="120"/>
                </a:cubicBezTo>
                <a:cubicBezTo>
                  <a:pt x="846" y="121"/>
                  <a:pt x="845" y="121"/>
                  <a:pt x="845" y="121"/>
                </a:cubicBezTo>
                <a:cubicBezTo>
                  <a:pt x="846" y="122"/>
                  <a:pt x="846" y="121"/>
                  <a:pt x="846" y="121"/>
                </a:cubicBezTo>
                <a:close/>
                <a:moveTo>
                  <a:pt x="860" y="122"/>
                </a:moveTo>
                <a:cubicBezTo>
                  <a:pt x="860" y="122"/>
                  <a:pt x="859" y="123"/>
                  <a:pt x="860" y="123"/>
                </a:cubicBezTo>
                <a:cubicBezTo>
                  <a:pt x="860" y="123"/>
                  <a:pt x="860" y="123"/>
                  <a:pt x="860" y="123"/>
                </a:cubicBezTo>
                <a:cubicBezTo>
                  <a:pt x="859" y="124"/>
                  <a:pt x="860" y="122"/>
                  <a:pt x="860" y="122"/>
                </a:cubicBezTo>
                <a:close/>
                <a:moveTo>
                  <a:pt x="861" y="115"/>
                </a:moveTo>
                <a:cubicBezTo>
                  <a:pt x="861" y="115"/>
                  <a:pt x="861" y="115"/>
                  <a:pt x="861" y="115"/>
                </a:cubicBezTo>
                <a:cubicBezTo>
                  <a:pt x="862" y="117"/>
                  <a:pt x="859" y="120"/>
                  <a:pt x="860" y="122"/>
                </a:cubicBezTo>
                <a:cubicBezTo>
                  <a:pt x="860" y="118"/>
                  <a:pt x="862" y="115"/>
                  <a:pt x="862" y="112"/>
                </a:cubicBezTo>
                <a:cubicBezTo>
                  <a:pt x="862" y="112"/>
                  <a:pt x="862" y="111"/>
                  <a:pt x="862" y="111"/>
                </a:cubicBezTo>
                <a:cubicBezTo>
                  <a:pt x="862" y="110"/>
                  <a:pt x="864" y="107"/>
                  <a:pt x="863" y="106"/>
                </a:cubicBezTo>
                <a:cubicBezTo>
                  <a:pt x="863" y="107"/>
                  <a:pt x="862" y="108"/>
                  <a:pt x="862" y="110"/>
                </a:cubicBezTo>
                <a:cubicBezTo>
                  <a:pt x="861" y="109"/>
                  <a:pt x="861" y="109"/>
                  <a:pt x="861" y="109"/>
                </a:cubicBezTo>
                <a:cubicBezTo>
                  <a:pt x="862" y="111"/>
                  <a:pt x="861" y="114"/>
                  <a:pt x="861" y="115"/>
                </a:cubicBezTo>
                <a:close/>
                <a:moveTo>
                  <a:pt x="842" y="104"/>
                </a:moveTo>
                <a:cubicBezTo>
                  <a:pt x="842" y="105"/>
                  <a:pt x="842" y="105"/>
                  <a:pt x="842" y="106"/>
                </a:cubicBezTo>
                <a:cubicBezTo>
                  <a:pt x="843" y="105"/>
                  <a:pt x="842" y="104"/>
                  <a:pt x="842" y="104"/>
                </a:cubicBezTo>
                <a:close/>
                <a:moveTo>
                  <a:pt x="707" y="252"/>
                </a:moveTo>
                <a:cubicBezTo>
                  <a:pt x="708" y="252"/>
                  <a:pt x="709" y="252"/>
                  <a:pt x="710" y="253"/>
                </a:cubicBezTo>
                <a:cubicBezTo>
                  <a:pt x="710" y="254"/>
                  <a:pt x="709" y="255"/>
                  <a:pt x="710" y="256"/>
                </a:cubicBezTo>
                <a:cubicBezTo>
                  <a:pt x="712" y="257"/>
                  <a:pt x="715" y="253"/>
                  <a:pt x="715" y="256"/>
                </a:cubicBezTo>
                <a:cubicBezTo>
                  <a:pt x="717" y="258"/>
                  <a:pt x="720" y="259"/>
                  <a:pt x="723" y="259"/>
                </a:cubicBezTo>
                <a:cubicBezTo>
                  <a:pt x="725" y="260"/>
                  <a:pt x="726" y="261"/>
                  <a:pt x="728" y="262"/>
                </a:cubicBezTo>
                <a:cubicBezTo>
                  <a:pt x="730" y="262"/>
                  <a:pt x="733" y="262"/>
                  <a:pt x="734" y="263"/>
                </a:cubicBezTo>
                <a:cubicBezTo>
                  <a:pt x="736" y="263"/>
                  <a:pt x="737" y="264"/>
                  <a:pt x="739" y="265"/>
                </a:cubicBezTo>
                <a:cubicBezTo>
                  <a:pt x="744" y="267"/>
                  <a:pt x="749" y="267"/>
                  <a:pt x="753" y="269"/>
                </a:cubicBezTo>
                <a:cubicBezTo>
                  <a:pt x="756" y="269"/>
                  <a:pt x="760" y="271"/>
                  <a:pt x="762" y="272"/>
                </a:cubicBezTo>
                <a:cubicBezTo>
                  <a:pt x="765" y="272"/>
                  <a:pt x="768" y="274"/>
                  <a:pt x="771" y="275"/>
                </a:cubicBezTo>
                <a:cubicBezTo>
                  <a:pt x="772" y="275"/>
                  <a:pt x="774" y="275"/>
                  <a:pt x="776" y="276"/>
                </a:cubicBezTo>
                <a:cubicBezTo>
                  <a:pt x="776" y="276"/>
                  <a:pt x="777" y="276"/>
                  <a:pt x="777" y="276"/>
                </a:cubicBezTo>
                <a:cubicBezTo>
                  <a:pt x="779" y="277"/>
                  <a:pt x="781" y="277"/>
                  <a:pt x="782" y="277"/>
                </a:cubicBezTo>
                <a:cubicBezTo>
                  <a:pt x="784" y="278"/>
                  <a:pt x="785" y="279"/>
                  <a:pt x="787" y="279"/>
                </a:cubicBezTo>
                <a:cubicBezTo>
                  <a:pt x="789" y="280"/>
                  <a:pt x="792" y="281"/>
                  <a:pt x="795" y="281"/>
                </a:cubicBezTo>
                <a:cubicBezTo>
                  <a:pt x="796" y="282"/>
                  <a:pt x="798" y="282"/>
                  <a:pt x="799" y="282"/>
                </a:cubicBezTo>
                <a:cubicBezTo>
                  <a:pt x="800" y="283"/>
                  <a:pt x="800" y="283"/>
                  <a:pt x="801" y="283"/>
                </a:cubicBezTo>
                <a:cubicBezTo>
                  <a:pt x="802" y="283"/>
                  <a:pt x="802" y="283"/>
                  <a:pt x="802" y="283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3" y="284"/>
                  <a:pt x="803" y="284"/>
                  <a:pt x="803" y="284"/>
                </a:cubicBezTo>
                <a:cubicBezTo>
                  <a:pt x="804" y="285"/>
                  <a:pt x="805" y="284"/>
                  <a:pt x="806" y="285"/>
                </a:cubicBezTo>
                <a:cubicBezTo>
                  <a:pt x="807" y="285"/>
                  <a:pt x="808" y="286"/>
                  <a:pt x="809" y="287"/>
                </a:cubicBezTo>
                <a:cubicBezTo>
                  <a:pt x="810" y="286"/>
                  <a:pt x="811" y="287"/>
                  <a:pt x="812" y="288"/>
                </a:cubicBezTo>
                <a:cubicBezTo>
                  <a:pt x="813" y="288"/>
                  <a:pt x="813" y="288"/>
                  <a:pt x="813" y="288"/>
                </a:cubicBezTo>
                <a:cubicBezTo>
                  <a:pt x="813" y="288"/>
                  <a:pt x="813" y="287"/>
                  <a:pt x="813" y="287"/>
                </a:cubicBezTo>
                <a:cubicBezTo>
                  <a:pt x="813" y="287"/>
                  <a:pt x="813" y="287"/>
                  <a:pt x="813" y="286"/>
                </a:cubicBezTo>
                <a:cubicBezTo>
                  <a:pt x="813" y="286"/>
                  <a:pt x="813" y="286"/>
                  <a:pt x="813" y="286"/>
                </a:cubicBezTo>
                <a:cubicBezTo>
                  <a:pt x="813" y="285"/>
                  <a:pt x="813" y="285"/>
                  <a:pt x="813" y="284"/>
                </a:cubicBezTo>
                <a:cubicBezTo>
                  <a:pt x="813" y="282"/>
                  <a:pt x="813" y="282"/>
                  <a:pt x="813" y="282"/>
                </a:cubicBezTo>
                <a:cubicBezTo>
                  <a:pt x="813" y="282"/>
                  <a:pt x="812" y="281"/>
                  <a:pt x="812" y="280"/>
                </a:cubicBezTo>
                <a:cubicBezTo>
                  <a:pt x="812" y="280"/>
                  <a:pt x="813" y="280"/>
                  <a:pt x="813" y="279"/>
                </a:cubicBezTo>
                <a:cubicBezTo>
                  <a:pt x="813" y="279"/>
                  <a:pt x="812" y="279"/>
                  <a:pt x="812" y="279"/>
                </a:cubicBezTo>
                <a:cubicBezTo>
                  <a:pt x="812" y="278"/>
                  <a:pt x="812" y="278"/>
                  <a:pt x="812" y="278"/>
                </a:cubicBezTo>
                <a:cubicBezTo>
                  <a:pt x="812" y="277"/>
                  <a:pt x="812" y="277"/>
                  <a:pt x="812" y="277"/>
                </a:cubicBezTo>
                <a:cubicBezTo>
                  <a:pt x="812" y="276"/>
                  <a:pt x="812" y="276"/>
                  <a:pt x="812" y="275"/>
                </a:cubicBezTo>
                <a:cubicBezTo>
                  <a:pt x="813" y="270"/>
                  <a:pt x="813" y="265"/>
                  <a:pt x="813" y="259"/>
                </a:cubicBezTo>
                <a:cubicBezTo>
                  <a:pt x="813" y="254"/>
                  <a:pt x="813" y="250"/>
                  <a:pt x="813" y="245"/>
                </a:cubicBezTo>
                <a:cubicBezTo>
                  <a:pt x="815" y="226"/>
                  <a:pt x="815" y="226"/>
                  <a:pt x="815" y="226"/>
                </a:cubicBezTo>
                <a:cubicBezTo>
                  <a:pt x="815" y="219"/>
                  <a:pt x="816" y="212"/>
                  <a:pt x="817" y="206"/>
                </a:cubicBezTo>
                <a:cubicBezTo>
                  <a:pt x="817" y="206"/>
                  <a:pt x="818" y="205"/>
                  <a:pt x="818" y="205"/>
                </a:cubicBezTo>
                <a:cubicBezTo>
                  <a:pt x="818" y="204"/>
                  <a:pt x="817" y="204"/>
                  <a:pt x="818" y="204"/>
                </a:cubicBezTo>
                <a:cubicBezTo>
                  <a:pt x="818" y="203"/>
                  <a:pt x="818" y="203"/>
                  <a:pt x="818" y="203"/>
                </a:cubicBezTo>
                <a:cubicBezTo>
                  <a:pt x="819" y="197"/>
                  <a:pt x="820" y="192"/>
                  <a:pt x="822" y="186"/>
                </a:cubicBezTo>
                <a:cubicBezTo>
                  <a:pt x="822" y="185"/>
                  <a:pt x="822" y="186"/>
                  <a:pt x="822" y="186"/>
                </a:cubicBezTo>
                <a:cubicBezTo>
                  <a:pt x="823" y="183"/>
                  <a:pt x="824" y="178"/>
                  <a:pt x="825" y="175"/>
                </a:cubicBezTo>
                <a:cubicBezTo>
                  <a:pt x="825" y="173"/>
                  <a:pt x="825" y="171"/>
                  <a:pt x="826" y="170"/>
                </a:cubicBezTo>
                <a:cubicBezTo>
                  <a:pt x="826" y="169"/>
                  <a:pt x="825" y="169"/>
                  <a:pt x="825" y="169"/>
                </a:cubicBezTo>
                <a:cubicBezTo>
                  <a:pt x="826" y="169"/>
                  <a:pt x="826" y="169"/>
                  <a:pt x="826" y="169"/>
                </a:cubicBezTo>
                <a:cubicBezTo>
                  <a:pt x="826" y="167"/>
                  <a:pt x="826" y="167"/>
                  <a:pt x="826" y="167"/>
                </a:cubicBezTo>
                <a:cubicBezTo>
                  <a:pt x="827" y="164"/>
                  <a:pt x="828" y="160"/>
                  <a:pt x="829" y="156"/>
                </a:cubicBezTo>
                <a:cubicBezTo>
                  <a:pt x="829" y="155"/>
                  <a:pt x="829" y="155"/>
                  <a:pt x="829" y="154"/>
                </a:cubicBezTo>
                <a:cubicBezTo>
                  <a:pt x="830" y="154"/>
                  <a:pt x="830" y="154"/>
                  <a:pt x="829" y="153"/>
                </a:cubicBezTo>
                <a:cubicBezTo>
                  <a:pt x="829" y="153"/>
                  <a:pt x="830" y="151"/>
                  <a:pt x="830" y="152"/>
                </a:cubicBezTo>
                <a:cubicBezTo>
                  <a:pt x="830" y="151"/>
                  <a:pt x="830" y="152"/>
                  <a:pt x="830" y="152"/>
                </a:cubicBezTo>
                <a:cubicBezTo>
                  <a:pt x="831" y="151"/>
                  <a:pt x="831" y="149"/>
                  <a:pt x="831" y="147"/>
                </a:cubicBezTo>
                <a:cubicBezTo>
                  <a:pt x="831" y="146"/>
                  <a:pt x="832" y="144"/>
                  <a:pt x="833" y="142"/>
                </a:cubicBezTo>
                <a:cubicBezTo>
                  <a:pt x="833" y="144"/>
                  <a:pt x="833" y="146"/>
                  <a:pt x="835" y="147"/>
                </a:cubicBezTo>
                <a:cubicBezTo>
                  <a:pt x="836" y="145"/>
                  <a:pt x="836" y="141"/>
                  <a:pt x="837" y="140"/>
                </a:cubicBezTo>
                <a:cubicBezTo>
                  <a:pt x="838" y="135"/>
                  <a:pt x="839" y="130"/>
                  <a:pt x="840" y="125"/>
                </a:cubicBezTo>
                <a:cubicBezTo>
                  <a:pt x="840" y="124"/>
                  <a:pt x="840" y="124"/>
                  <a:pt x="840" y="124"/>
                </a:cubicBezTo>
                <a:cubicBezTo>
                  <a:pt x="842" y="119"/>
                  <a:pt x="842" y="114"/>
                  <a:pt x="844" y="108"/>
                </a:cubicBezTo>
                <a:cubicBezTo>
                  <a:pt x="842" y="119"/>
                  <a:pt x="839" y="128"/>
                  <a:pt x="838" y="138"/>
                </a:cubicBezTo>
                <a:cubicBezTo>
                  <a:pt x="837" y="140"/>
                  <a:pt x="836" y="146"/>
                  <a:pt x="835" y="150"/>
                </a:cubicBezTo>
                <a:cubicBezTo>
                  <a:pt x="835" y="152"/>
                  <a:pt x="836" y="153"/>
                  <a:pt x="838" y="152"/>
                </a:cubicBezTo>
                <a:cubicBezTo>
                  <a:pt x="840" y="150"/>
                  <a:pt x="839" y="147"/>
                  <a:pt x="840" y="145"/>
                </a:cubicBezTo>
                <a:cubicBezTo>
                  <a:pt x="841" y="145"/>
                  <a:pt x="841" y="144"/>
                  <a:pt x="842" y="145"/>
                </a:cubicBezTo>
                <a:cubicBezTo>
                  <a:pt x="842" y="150"/>
                  <a:pt x="840" y="156"/>
                  <a:pt x="840" y="160"/>
                </a:cubicBezTo>
                <a:cubicBezTo>
                  <a:pt x="840" y="161"/>
                  <a:pt x="840" y="162"/>
                  <a:pt x="840" y="163"/>
                </a:cubicBezTo>
                <a:cubicBezTo>
                  <a:pt x="840" y="163"/>
                  <a:pt x="840" y="164"/>
                  <a:pt x="841" y="164"/>
                </a:cubicBezTo>
                <a:cubicBezTo>
                  <a:pt x="841" y="164"/>
                  <a:pt x="841" y="164"/>
                  <a:pt x="842" y="164"/>
                </a:cubicBezTo>
                <a:cubicBezTo>
                  <a:pt x="842" y="159"/>
                  <a:pt x="846" y="156"/>
                  <a:pt x="846" y="151"/>
                </a:cubicBezTo>
                <a:cubicBezTo>
                  <a:pt x="847" y="150"/>
                  <a:pt x="848" y="149"/>
                  <a:pt x="849" y="149"/>
                </a:cubicBezTo>
                <a:cubicBezTo>
                  <a:pt x="849" y="147"/>
                  <a:pt x="850" y="145"/>
                  <a:pt x="850" y="143"/>
                </a:cubicBezTo>
                <a:cubicBezTo>
                  <a:pt x="850" y="142"/>
                  <a:pt x="850" y="142"/>
                  <a:pt x="850" y="142"/>
                </a:cubicBezTo>
                <a:cubicBezTo>
                  <a:pt x="851" y="137"/>
                  <a:pt x="851" y="133"/>
                  <a:pt x="853" y="129"/>
                </a:cubicBezTo>
                <a:cubicBezTo>
                  <a:pt x="853" y="133"/>
                  <a:pt x="852" y="136"/>
                  <a:pt x="851" y="140"/>
                </a:cubicBezTo>
                <a:cubicBezTo>
                  <a:pt x="851" y="140"/>
                  <a:pt x="852" y="141"/>
                  <a:pt x="852" y="141"/>
                </a:cubicBezTo>
                <a:cubicBezTo>
                  <a:pt x="851" y="144"/>
                  <a:pt x="850" y="149"/>
                  <a:pt x="849" y="152"/>
                </a:cubicBezTo>
                <a:cubicBezTo>
                  <a:pt x="850" y="153"/>
                  <a:pt x="851" y="153"/>
                  <a:pt x="851" y="152"/>
                </a:cubicBezTo>
                <a:cubicBezTo>
                  <a:pt x="851" y="152"/>
                  <a:pt x="851" y="153"/>
                  <a:pt x="851" y="153"/>
                </a:cubicBezTo>
                <a:cubicBezTo>
                  <a:pt x="851" y="153"/>
                  <a:pt x="851" y="153"/>
                  <a:pt x="852" y="153"/>
                </a:cubicBezTo>
                <a:cubicBezTo>
                  <a:pt x="851" y="155"/>
                  <a:pt x="851" y="155"/>
                  <a:pt x="851" y="157"/>
                </a:cubicBezTo>
                <a:cubicBezTo>
                  <a:pt x="851" y="158"/>
                  <a:pt x="851" y="158"/>
                  <a:pt x="852" y="158"/>
                </a:cubicBezTo>
                <a:cubicBezTo>
                  <a:pt x="852" y="156"/>
                  <a:pt x="853" y="155"/>
                  <a:pt x="853" y="153"/>
                </a:cubicBezTo>
                <a:cubicBezTo>
                  <a:pt x="853" y="152"/>
                  <a:pt x="853" y="151"/>
                  <a:pt x="853" y="151"/>
                </a:cubicBezTo>
                <a:cubicBezTo>
                  <a:pt x="853" y="150"/>
                  <a:pt x="853" y="150"/>
                  <a:pt x="854" y="150"/>
                </a:cubicBezTo>
                <a:cubicBezTo>
                  <a:pt x="854" y="149"/>
                  <a:pt x="853" y="149"/>
                  <a:pt x="853" y="148"/>
                </a:cubicBezTo>
                <a:cubicBezTo>
                  <a:pt x="853" y="148"/>
                  <a:pt x="854" y="148"/>
                  <a:pt x="854" y="147"/>
                </a:cubicBezTo>
                <a:cubicBezTo>
                  <a:pt x="855" y="145"/>
                  <a:pt x="854" y="143"/>
                  <a:pt x="855" y="141"/>
                </a:cubicBezTo>
                <a:cubicBezTo>
                  <a:pt x="855" y="140"/>
                  <a:pt x="856" y="139"/>
                  <a:pt x="857" y="137"/>
                </a:cubicBezTo>
                <a:cubicBezTo>
                  <a:pt x="857" y="138"/>
                  <a:pt x="856" y="139"/>
                  <a:pt x="856" y="140"/>
                </a:cubicBezTo>
                <a:cubicBezTo>
                  <a:pt x="855" y="144"/>
                  <a:pt x="856" y="148"/>
                  <a:pt x="855" y="151"/>
                </a:cubicBezTo>
                <a:cubicBezTo>
                  <a:pt x="856" y="152"/>
                  <a:pt x="856" y="151"/>
                  <a:pt x="857" y="151"/>
                </a:cubicBezTo>
                <a:cubicBezTo>
                  <a:pt x="857" y="150"/>
                  <a:pt x="857" y="149"/>
                  <a:pt x="857" y="148"/>
                </a:cubicBezTo>
                <a:cubicBezTo>
                  <a:pt x="857" y="148"/>
                  <a:pt x="857" y="149"/>
                  <a:pt x="857" y="148"/>
                </a:cubicBezTo>
                <a:cubicBezTo>
                  <a:pt x="857" y="146"/>
                  <a:pt x="857" y="144"/>
                  <a:pt x="858" y="141"/>
                </a:cubicBezTo>
                <a:cubicBezTo>
                  <a:pt x="858" y="141"/>
                  <a:pt x="858" y="140"/>
                  <a:pt x="859" y="141"/>
                </a:cubicBezTo>
                <a:cubicBezTo>
                  <a:pt x="859" y="140"/>
                  <a:pt x="859" y="140"/>
                  <a:pt x="860" y="140"/>
                </a:cubicBezTo>
                <a:cubicBezTo>
                  <a:pt x="860" y="139"/>
                  <a:pt x="859" y="140"/>
                  <a:pt x="859" y="140"/>
                </a:cubicBezTo>
                <a:cubicBezTo>
                  <a:pt x="860" y="139"/>
                  <a:pt x="859" y="138"/>
                  <a:pt x="860" y="138"/>
                </a:cubicBezTo>
                <a:cubicBezTo>
                  <a:pt x="860" y="134"/>
                  <a:pt x="861" y="132"/>
                  <a:pt x="861" y="128"/>
                </a:cubicBezTo>
                <a:cubicBezTo>
                  <a:pt x="861" y="131"/>
                  <a:pt x="861" y="134"/>
                  <a:pt x="860" y="137"/>
                </a:cubicBezTo>
                <a:cubicBezTo>
                  <a:pt x="860" y="138"/>
                  <a:pt x="861" y="137"/>
                  <a:pt x="861" y="138"/>
                </a:cubicBezTo>
                <a:cubicBezTo>
                  <a:pt x="861" y="139"/>
                  <a:pt x="860" y="139"/>
                  <a:pt x="860" y="140"/>
                </a:cubicBezTo>
                <a:cubicBezTo>
                  <a:pt x="860" y="141"/>
                  <a:pt x="860" y="142"/>
                  <a:pt x="860" y="143"/>
                </a:cubicBezTo>
                <a:cubicBezTo>
                  <a:pt x="860" y="144"/>
                  <a:pt x="859" y="145"/>
                  <a:pt x="859" y="146"/>
                </a:cubicBezTo>
                <a:cubicBezTo>
                  <a:pt x="860" y="147"/>
                  <a:pt x="860" y="148"/>
                  <a:pt x="860" y="149"/>
                </a:cubicBezTo>
                <a:cubicBezTo>
                  <a:pt x="860" y="150"/>
                  <a:pt x="860" y="149"/>
                  <a:pt x="860" y="150"/>
                </a:cubicBezTo>
                <a:cubicBezTo>
                  <a:pt x="861" y="151"/>
                  <a:pt x="861" y="150"/>
                  <a:pt x="862" y="150"/>
                </a:cubicBezTo>
                <a:cubicBezTo>
                  <a:pt x="862" y="151"/>
                  <a:pt x="861" y="150"/>
                  <a:pt x="861" y="151"/>
                </a:cubicBezTo>
                <a:cubicBezTo>
                  <a:pt x="861" y="151"/>
                  <a:pt x="861" y="152"/>
                  <a:pt x="862" y="152"/>
                </a:cubicBezTo>
                <a:cubicBezTo>
                  <a:pt x="861" y="154"/>
                  <a:pt x="861" y="155"/>
                  <a:pt x="861" y="157"/>
                </a:cubicBezTo>
                <a:cubicBezTo>
                  <a:pt x="861" y="157"/>
                  <a:pt x="861" y="156"/>
                  <a:pt x="861" y="157"/>
                </a:cubicBezTo>
                <a:cubicBezTo>
                  <a:pt x="861" y="157"/>
                  <a:pt x="861" y="160"/>
                  <a:pt x="861" y="160"/>
                </a:cubicBezTo>
                <a:cubicBezTo>
                  <a:pt x="861" y="162"/>
                  <a:pt x="861" y="163"/>
                  <a:pt x="860" y="165"/>
                </a:cubicBezTo>
                <a:cubicBezTo>
                  <a:pt x="860" y="166"/>
                  <a:pt x="861" y="165"/>
                  <a:pt x="861" y="166"/>
                </a:cubicBezTo>
                <a:cubicBezTo>
                  <a:pt x="861" y="167"/>
                  <a:pt x="861" y="168"/>
                  <a:pt x="860" y="169"/>
                </a:cubicBezTo>
                <a:cubicBezTo>
                  <a:pt x="861" y="170"/>
                  <a:pt x="861" y="172"/>
                  <a:pt x="860" y="173"/>
                </a:cubicBezTo>
                <a:cubicBezTo>
                  <a:pt x="861" y="173"/>
                  <a:pt x="861" y="172"/>
                  <a:pt x="862" y="172"/>
                </a:cubicBezTo>
                <a:cubicBezTo>
                  <a:pt x="862" y="172"/>
                  <a:pt x="861" y="173"/>
                  <a:pt x="861" y="174"/>
                </a:cubicBezTo>
                <a:cubicBezTo>
                  <a:pt x="861" y="178"/>
                  <a:pt x="862" y="181"/>
                  <a:pt x="861" y="186"/>
                </a:cubicBezTo>
                <a:cubicBezTo>
                  <a:pt x="861" y="187"/>
                  <a:pt x="862" y="187"/>
                  <a:pt x="861" y="188"/>
                </a:cubicBezTo>
                <a:cubicBezTo>
                  <a:pt x="861" y="188"/>
                  <a:pt x="862" y="188"/>
                  <a:pt x="862" y="188"/>
                </a:cubicBezTo>
                <a:cubicBezTo>
                  <a:pt x="862" y="190"/>
                  <a:pt x="860" y="196"/>
                  <a:pt x="862" y="198"/>
                </a:cubicBezTo>
                <a:cubicBezTo>
                  <a:pt x="861" y="198"/>
                  <a:pt x="861" y="197"/>
                  <a:pt x="861" y="198"/>
                </a:cubicBezTo>
                <a:cubicBezTo>
                  <a:pt x="861" y="199"/>
                  <a:pt x="860" y="200"/>
                  <a:pt x="861" y="201"/>
                </a:cubicBezTo>
                <a:cubicBezTo>
                  <a:pt x="861" y="204"/>
                  <a:pt x="860" y="206"/>
                  <a:pt x="861" y="208"/>
                </a:cubicBezTo>
                <a:cubicBezTo>
                  <a:pt x="860" y="209"/>
                  <a:pt x="860" y="210"/>
                  <a:pt x="860" y="210"/>
                </a:cubicBezTo>
                <a:cubicBezTo>
                  <a:pt x="860" y="211"/>
                  <a:pt x="860" y="213"/>
                  <a:pt x="860" y="214"/>
                </a:cubicBezTo>
                <a:cubicBezTo>
                  <a:pt x="859" y="231"/>
                  <a:pt x="857" y="248"/>
                  <a:pt x="857" y="264"/>
                </a:cubicBezTo>
                <a:cubicBezTo>
                  <a:pt x="856" y="268"/>
                  <a:pt x="857" y="273"/>
                  <a:pt x="857" y="277"/>
                </a:cubicBezTo>
                <a:cubicBezTo>
                  <a:pt x="857" y="277"/>
                  <a:pt x="857" y="277"/>
                  <a:pt x="857" y="278"/>
                </a:cubicBezTo>
                <a:cubicBezTo>
                  <a:pt x="857" y="279"/>
                  <a:pt x="857" y="279"/>
                  <a:pt x="857" y="279"/>
                </a:cubicBezTo>
                <a:cubicBezTo>
                  <a:pt x="857" y="280"/>
                  <a:pt x="857" y="281"/>
                  <a:pt x="857" y="282"/>
                </a:cubicBezTo>
                <a:cubicBezTo>
                  <a:pt x="857" y="291"/>
                  <a:pt x="857" y="302"/>
                  <a:pt x="859" y="311"/>
                </a:cubicBezTo>
                <a:cubicBezTo>
                  <a:pt x="858" y="317"/>
                  <a:pt x="860" y="324"/>
                  <a:pt x="860" y="331"/>
                </a:cubicBezTo>
                <a:cubicBezTo>
                  <a:pt x="860" y="334"/>
                  <a:pt x="860" y="336"/>
                  <a:pt x="860" y="339"/>
                </a:cubicBezTo>
                <a:cubicBezTo>
                  <a:pt x="861" y="340"/>
                  <a:pt x="861" y="342"/>
                  <a:pt x="861" y="343"/>
                </a:cubicBezTo>
                <a:cubicBezTo>
                  <a:pt x="861" y="345"/>
                  <a:pt x="861" y="347"/>
                  <a:pt x="861" y="349"/>
                </a:cubicBezTo>
                <a:cubicBezTo>
                  <a:pt x="861" y="350"/>
                  <a:pt x="861" y="350"/>
                  <a:pt x="861" y="350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1" y="351"/>
                  <a:pt x="861" y="351"/>
                </a:cubicBezTo>
                <a:cubicBezTo>
                  <a:pt x="861" y="351"/>
                  <a:pt x="860" y="350"/>
                  <a:pt x="860" y="350"/>
                </a:cubicBezTo>
                <a:cubicBezTo>
                  <a:pt x="859" y="350"/>
                  <a:pt x="858" y="350"/>
                  <a:pt x="857" y="349"/>
                </a:cubicBezTo>
                <a:cubicBezTo>
                  <a:pt x="854" y="349"/>
                  <a:pt x="853" y="349"/>
                  <a:pt x="851" y="348"/>
                </a:cubicBezTo>
                <a:cubicBezTo>
                  <a:pt x="843" y="346"/>
                  <a:pt x="834" y="342"/>
                  <a:pt x="826" y="340"/>
                </a:cubicBezTo>
                <a:cubicBezTo>
                  <a:pt x="824" y="340"/>
                  <a:pt x="821" y="338"/>
                  <a:pt x="819" y="338"/>
                </a:cubicBezTo>
                <a:cubicBezTo>
                  <a:pt x="818" y="338"/>
                  <a:pt x="817" y="338"/>
                  <a:pt x="816" y="337"/>
                </a:cubicBezTo>
                <a:cubicBezTo>
                  <a:pt x="812" y="336"/>
                  <a:pt x="807" y="334"/>
                  <a:pt x="803" y="334"/>
                </a:cubicBezTo>
                <a:cubicBezTo>
                  <a:pt x="801" y="333"/>
                  <a:pt x="799" y="332"/>
                  <a:pt x="797" y="331"/>
                </a:cubicBezTo>
                <a:cubicBezTo>
                  <a:pt x="794" y="331"/>
                  <a:pt x="792" y="330"/>
                  <a:pt x="790" y="330"/>
                </a:cubicBezTo>
                <a:cubicBezTo>
                  <a:pt x="789" y="329"/>
                  <a:pt x="788" y="329"/>
                  <a:pt x="788" y="329"/>
                </a:cubicBezTo>
                <a:cubicBezTo>
                  <a:pt x="787" y="329"/>
                  <a:pt x="787" y="329"/>
                  <a:pt x="786" y="328"/>
                </a:cubicBezTo>
                <a:cubicBezTo>
                  <a:pt x="783" y="328"/>
                  <a:pt x="779" y="327"/>
                  <a:pt x="776" y="325"/>
                </a:cubicBezTo>
                <a:cubicBezTo>
                  <a:pt x="775" y="325"/>
                  <a:pt x="775" y="325"/>
                  <a:pt x="775" y="326"/>
                </a:cubicBezTo>
                <a:cubicBezTo>
                  <a:pt x="773" y="324"/>
                  <a:pt x="770" y="325"/>
                  <a:pt x="768" y="324"/>
                </a:cubicBezTo>
                <a:cubicBezTo>
                  <a:pt x="767" y="324"/>
                  <a:pt x="767" y="324"/>
                  <a:pt x="767" y="324"/>
                </a:cubicBezTo>
                <a:cubicBezTo>
                  <a:pt x="766" y="323"/>
                  <a:pt x="765" y="323"/>
                  <a:pt x="763" y="323"/>
                </a:cubicBezTo>
                <a:cubicBezTo>
                  <a:pt x="759" y="321"/>
                  <a:pt x="755" y="321"/>
                  <a:pt x="751" y="319"/>
                </a:cubicBezTo>
                <a:cubicBezTo>
                  <a:pt x="749" y="320"/>
                  <a:pt x="746" y="319"/>
                  <a:pt x="744" y="318"/>
                </a:cubicBezTo>
                <a:cubicBezTo>
                  <a:pt x="743" y="318"/>
                  <a:pt x="743" y="319"/>
                  <a:pt x="742" y="318"/>
                </a:cubicBezTo>
                <a:cubicBezTo>
                  <a:pt x="741" y="318"/>
                  <a:pt x="741" y="318"/>
                  <a:pt x="741" y="318"/>
                </a:cubicBezTo>
                <a:cubicBezTo>
                  <a:pt x="740" y="318"/>
                  <a:pt x="740" y="318"/>
                  <a:pt x="739" y="318"/>
                </a:cubicBezTo>
                <a:cubicBezTo>
                  <a:pt x="738" y="317"/>
                  <a:pt x="738" y="317"/>
                  <a:pt x="737" y="316"/>
                </a:cubicBezTo>
                <a:cubicBezTo>
                  <a:pt x="736" y="316"/>
                  <a:pt x="736" y="317"/>
                  <a:pt x="735" y="316"/>
                </a:cubicBezTo>
                <a:cubicBezTo>
                  <a:pt x="734" y="316"/>
                  <a:pt x="733" y="315"/>
                  <a:pt x="733" y="315"/>
                </a:cubicBezTo>
                <a:cubicBezTo>
                  <a:pt x="731" y="315"/>
                  <a:pt x="729" y="316"/>
                  <a:pt x="727" y="314"/>
                </a:cubicBezTo>
                <a:cubicBezTo>
                  <a:pt x="725" y="314"/>
                  <a:pt x="724" y="313"/>
                  <a:pt x="722" y="313"/>
                </a:cubicBezTo>
                <a:cubicBezTo>
                  <a:pt x="721" y="313"/>
                  <a:pt x="720" y="313"/>
                  <a:pt x="719" y="313"/>
                </a:cubicBezTo>
                <a:cubicBezTo>
                  <a:pt x="718" y="313"/>
                  <a:pt x="718" y="313"/>
                  <a:pt x="717" y="313"/>
                </a:cubicBezTo>
                <a:cubicBezTo>
                  <a:pt x="715" y="312"/>
                  <a:pt x="713" y="313"/>
                  <a:pt x="711" y="311"/>
                </a:cubicBezTo>
                <a:cubicBezTo>
                  <a:pt x="708" y="312"/>
                  <a:pt x="703" y="309"/>
                  <a:pt x="701" y="311"/>
                </a:cubicBezTo>
                <a:cubicBezTo>
                  <a:pt x="701" y="312"/>
                  <a:pt x="700" y="313"/>
                  <a:pt x="699" y="313"/>
                </a:cubicBezTo>
                <a:cubicBezTo>
                  <a:pt x="698" y="313"/>
                  <a:pt x="698" y="312"/>
                  <a:pt x="697" y="311"/>
                </a:cubicBezTo>
                <a:cubicBezTo>
                  <a:pt x="696" y="311"/>
                  <a:pt x="693" y="310"/>
                  <a:pt x="692" y="310"/>
                </a:cubicBezTo>
                <a:cubicBezTo>
                  <a:pt x="691" y="310"/>
                  <a:pt x="691" y="311"/>
                  <a:pt x="690" y="311"/>
                </a:cubicBezTo>
                <a:cubicBezTo>
                  <a:pt x="689" y="311"/>
                  <a:pt x="688" y="309"/>
                  <a:pt x="687" y="309"/>
                </a:cubicBezTo>
                <a:cubicBezTo>
                  <a:pt x="686" y="309"/>
                  <a:pt x="685" y="310"/>
                  <a:pt x="684" y="310"/>
                </a:cubicBezTo>
                <a:cubicBezTo>
                  <a:pt x="683" y="309"/>
                  <a:pt x="682" y="308"/>
                  <a:pt x="682" y="307"/>
                </a:cubicBezTo>
                <a:cubicBezTo>
                  <a:pt x="682" y="307"/>
                  <a:pt x="682" y="307"/>
                  <a:pt x="681" y="307"/>
                </a:cubicBezTo>
                <a:cubicBezTo>
                  <a:pt x="680" y="305"/>
                  <a:pt x="677" y="304"/>
                  <a:pt x="674" y="304"/>
                </a:cubicBezTo>
                <a:cubicBezTo>
                  <a:pt x="674" y="303"/>
                  <a:pt x="673" y="303"/>
                  <a:pt x="673" y="303"/>
                </a:cubicBezTo>
                <a:cubicBezTo>
                  <a:pt x="670" y="302"/>
                  <a:pt x="668" y="299"/>
                  <a:pt x="666" y="296"/>
                </a:cubicBezTo>
                <a:cubicBezTo>
                  <a:pt x="666" y="296"/>
                  <a:pt x="665" y="296"/>
                  <a:pt x="665" y="295"/>
                </a:cubicBezTo>
                <a:cubicBezTo>
                  <a:pt x="664" y="294"/>
                  <a:pt x="664" y="293"/>
                  <a:pt x="663" y="292"/>
                </a:cubicBezTo>
                <a:cubicBezTo>
                  <a:pt x="663" y="291"/>
                  <a:pt x="662" y="291"/>
                  <a:pt x="662" y="290"/>
                </a:cubicBezTo>
                <a:cubicBezTo>
                  <a:pt x="662" y="288"/>
                  <a:pt x="661" y="287"/>
                  <a:pt x="660" y="286"/>
                </a:cubicBezTo>
                <a:cubicBezTo>
                  <a:pt x="660" y="285"/>
                  <a:pt x="659" y="284"/>
                  <a:pt x="659" y="283"/>
                </a:cubicBezTo>
                <a:cubicBezTo>
                  <a:pt x="658" y="281"/>
                  <a:pt x="659" y="279"/>
                  <a:pt x="658" y="277"/>
                </a:cubicBezTo>
                <a:cubicBezTo>
                  <a:pt x="659" y="274"/>
                  <a:pt x="659" y="271"/>
                  <a:pt x="660" y="267"/>
                </a:cubicBezTo>
                <a:cubicBezTo>
                  <a:pt x="660" y="267"/>
                  <a:pt x="659" y="267"/>
                  <a:pt x="660" y="266"/>
                </a:cubicBezTo>
                <a:cubicBezTo>
                  <a:pt x="661" y="265"/>
                  <a:pt x="661" y="263"/>
                  <a:pt x="662" y="261"/>
                </a:cubicBezTo>
                <a:cubicBezTo>
                  <a:pt x="663" y="261"/>
                  <a:pt x="663" y="260"/>
                  <a:pt x="664" y="260"/>
                </a:cubicBezTo>
                <a:cubicBezTo>
                  <a:pt x="665" y="259"/>
                  <a:pt x="665" y="258"/>
                  <a:pt x="666" y="257"/>
                </a:cubicBezTo>
                <a:cubicBezTo>
                  <a:pt x="670" y="256"/>
                  <a:pt x="673" y="253"/>
                  <a:pt x="677" y="251"/>
                </a:cubicBezTo>
                <a:cubicBezTo>
                  <a:pt x="677" y="251"/>
                  <a:pt x="678" y="251"/>
                  <a:pt x="678" y="251"/>
                </a:cubicBezTo>
                <a:cubicBezTo>
                  <a:pt x="680" y="250"/>
                  <a:pt x="682" y="250"/>
                  <a:pt x="684" y="249"/>
                </a:cubicBezTo>
                <a:cubicBezTo>
                  <a:pt x="685" y="248"/>
                  <a:pt x="687" y="249"/>
                  <a:pt x="689" y="249"/>
                </a:cubicBezTo>
                <a:cubicBezTo>
                  <a:pt x="690" y="249"/>
                  <a:pt x="690" y="248"/>
                  <a:pt x="692" y="249"/>
                </a:cubicBezTo>
                <a:cubicBezTo>
                  <a:pt x="693" y="249"/>
                  <a:pt x="695" y="248"/>
                  <a:pt x="696" y="248"/>
                </a:cubicBezTo>
                <a:cubicBezTo>
                  <a:pt x="698" y="248"/>
                  <a:pt x="700" y="249"/>
                  <a:pt x="701" y="250"/>
                </a:cubicBezTo>
                <a:cubicBezTo>
                  <a:pt x="702" y="250"/>
                  <a:pt x="703" y="249"/>
                  <a:pt x="704" y="250"/>
                </a:cubicBezTo>
                <a:cubicBezTo>
                  <a:pt x="705" y="250"/>
                  <a:pt x="706" y="252"/>
                  <a:pt x="707" y="252"/>
                </a:cubicBezTo>
                <a:close/>
                <a:moveTo>
                  <a:pt x="858" y="156"/>
                </a:moveTo>
                <a:cubicBezTo>
                  <a:pt x="858" y="156"/>
                  <a:pt x="858" y="156"/>
                  <a:pt x="858" y="156"/>
                </a:cubicBezTo>
                <a:cubicBezTo>
                  <a:pt x="858" y="157"/>
                  <a:pt x="859" y="156"/>
                  <a:pt x="858" y="156"/>
                </a:cubicBezTo>
                <a:close/>
                <a:moveTo>
                  <a:pt x="859" y="156"/>
                </a:moveTo>
                <a:cubicBezTo>
                  <a:pt x="860" y="155"/>
                  <a:pt x="859" y="154"/>
                  <a:pt x="860" y="152"/>
                </a:cubicBezTo>
                <a:cubicBezTo>
                  <a:pt x="859" y="152"/>
                  <a:pt x="859" y="152"/>
                  <a:pt x="860" y="151"/>
                </a:cubicBezTo>
                <a:cubicBezTo>
                  <a:pt x="859" y="150"/>
                  <a:pt x="860" y="148"/>
                  <a:pt x="858" y="148"/>
                </a:cubicBezTo>
                <a:cubicBezTo>
                  <a:pt x="858" y="149"/>
                  <a:pt x="858" y="150"/>
                  <a:pt x="857" y="151"/>
                </a:cubicBezTo>
                <a:cubicBezTo>
                  <a:pt x="857" y="151"/>
                  <a:pt x="858" y="151"/>
                  <a:pt x="858" y="151"/>
                </a:cubicBezTo>
                <a:cubicBezTo>
                  <a:pt x="858" y="152"/>
                  <a:pt x="858" y="154"/>
                  <a:pt x="858" y="156"/>
                </a:cubicBezTo>
                <a:cubicBezTo>
                  <a:pt x="858" y="156"/>
                  <a:pt x="858" y="155"/>
                  <a:pt x="859" y="15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defTabSz="1218013">
              <a:defRPr/>
            </a:pPr>
            <a:endParaRPr lang="en-US" sz="2398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51957" y="2005279"/>
            <a:ext cx="3621359" cy="83067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013">
              <a:defRPr/>
            </a:pPr>
            <a:r>
              <a:rPr lang="en-US" sz="1600" dirty="0">
                <a:solidFill>
                  <a:prstClr val="white"/>
                </a:solidFill>
              </a:rPr>
              <a:t>Coupon Code:</a:t>
            </a:r>
          </a:p>
          <a:p>
            <a:pPr defTabSz="1218013">
              <a:defRPr/>
            </a:pPr>
            <a:r>
              <a:rPr lang="en-US" sz="3198" b="1" dirty="0">
                <a:solidFill>
                  <a:prstClr val="white"/>
                </a:solidFill>
              </a:rPr>
              <a:t>FREEBUNDLE15</a:t>
            </a:r>
            <a:endParaRPr lang="es-UY" sz="2398" b="1" dirty="0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0649" y="1373306"/>
            <a:ext cx="5023966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 defTabSz="1218013">
              <a:defRPr/>
            </a:pPr>
            <a:r>
              <a:rPr lang="en-US" sz="1600" dirty="0">
                <a:solidFill>
                  <a:prstClr val="white"/>
                </a:solidFill>
              </a:rPr>
              <a:t>Get </a:t>
            </a:r>
            <a:r>
              <a:rPr lang="en-US" sz="1600" b="1" dirty="0">
                <a:solidFill>
                  <a:prstClr val="white"/>
                </a:solidFill>
              </a:rPr>
              <a:t>15% discount</a:t>
            </a:r>
            <a:r>
              <a:rPr lang="en-US" sz="1600" dirty="0">
                <a:solidFill>
                  <a:prstClr val="white"/>
                </a:solidFill>
              </a:rPr>
              <a:t> from regular price</a:t>
            </a:r>
            <a:endParaRPr lang="es-UY" sz="1600" dirty="0">
              <a:solidFill>
                <a:prstClr val="white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86612" y="3362338"/>
            <a:ext cx="4152037" cy="3385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000"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1218013">
              <a:defRPr/>
            </a:pPr>
            <a:r>
              <a:rPr lang="en-US" sz="1600" dirty="0">
                <a:solidFill>
                  <a:prstClr val="white"/>
                </a:solidFill>
              </a:rPr>
              <a:t>Apply this coupon code during sign up</a:t>
            </a:r>
            <a:endParaRPr lang="es-UY" sz="1600" dirty="0">
              <a:solidFill>
                <a:prstClr val="white"/>
              </a:solidFill>
            </a:endParaRPr>
          </a:p>
        </p:txBody>
      </p:sp>
      <p:grpSp>
        <p:nvGrpSpPr>
          <p:cNvPr id="22" name="Group 21"/>
          <p:cNvGrpSpPr>
            <a:grpSpLocks noChangeAspect="1"/>
          </p:cNvGrpSpPr>
          <p:nvPr/>
        </p:nvGrpSpPr>
        <p:grpSpPr bwMode="auto">
          <a:xfrm>
            <a:off x="833148" y="711197"/>
            <a:ext cx="4320044" cy="3575111"/>
            <a:chOff x="507" y="1182"/>
            <a:chExt cx="3091" cy="2558"/>
          </a:xfrm>
        </p:grpSpPr>
        <p:sp>
          <p:nvSpPr>
            <p:cNvPr id="23" name="AutoShape 3"/>
            <p:cNvSpPr>
              <a:spLocks noChangeAspect="1" noChangeArrowheads="1" noTextEdit="1"/>
            </p:cNvSpPr>
            <p:nvPr/>
          </p:nvSpPr>
          <p:spPr bwMode="auto">
            <a:xfrm>
              <a:off x="507" y="1183"/>
              <a:ext cx="3044" cy="2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algn="ctr" defTabSz="1218013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 5"/>
            <p:cNvSpPr>
              <a:spLocks/>
            </p:cNvSpPr>
            <p:nvPr/>
          </p:nvSpPr>
          <p:spPr bwMode="auto">
            <a:xfrm>
              <a:off x="1700" y="3289"/>
              <a:ext cx="669" cy="364"/>
            </a:xfrm>
            <a:custGeom>
              <a:avLst/>
              <a:gdLst>
                <a:gd name="T0" fmla="*/ 659 w 659"/>
                <a:gd name="T1" fmla="*/ 364 h 364"/>
                <a:gd name="T2" fmla="*/ 0 w 659"/>
                <a:gd name="T3" fmla="*/ 364 h 364"/>
                <a:gd name="T4" fmla="*/ 51 w 659"/>
                <a:gd name="T5" fmla="*/ 0 h 364"/>
                <a:gd name="T6" fmla="*/ 612 w 659"/>
                <a:gd name="T7" fmla="*/ 0 h 364"/>
                <a:gd name="T8" fmla="*/ 659 w 659"/>
                <a:gd name="T9" fmla="*/ 364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9" h="364">
                  <a:moveTo>
                    <a:pt x="659" y="364"/>
                  </a:moveTo>
                  <a:lnTo>
                    <a:pt x="0" y="364"/>
                  </a:lnTo>
                  <a:lnTo>
                    <a:pt x="51" y="0"/>
                  </a:lnTo>
                  <a:lnTo>
                    <a:pt x="612" y="0"/>
                  </a:lnTo>
                  <a:lnTo>
                    <a:pt x="659" y="364"/>
                  </a:lnTo>
                  <a:close/>
                </a:path>
              </a:pathLst>
            </a:custGeom>
            <a:solidFill>
              <a:srgbClr val="D3D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algn="ctr" defTabSz="1218013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 6"/>
            <p:cNvSpPr>
              <a:spLocks/>
            </p:cNvSpPr>
            <p:nvPr/>
          </p:nvSpPr>
          <p:spPr bwMode="auto">
            <a:xfrm>
              <a:off x="1652" y="3645"/>
              <a:ext cx="765" cy="94"/>
            </a:xfrm>
            <a:custGeom>
              <a:avLst/>
              <a:gdLst>
                <a:gd name="T0" fmla="*/ 758 w 772"/>
                <a:gd name="T1" fmla="*/ 96 h 96"/>
                <a:gd name="T2" fmla="*/ 12 w 772"/>
                <a:gd name="T3" fmla="*/ 96 h 96"/>
                <a:gd name="T4" fmla="*/ 0 w 772"/>
                <a:gd name="T5" fmla="*/ 84 h 96"/>
                <a:gd name="T6" fmla="*/ 2 w 772"/>
                <a:gd name="T7" fmla="*/ 78 h 96"/>
                <a:gd name="T8" fmla="*/ 48 w 772"/>
                <a:gd name="T9" fmla="*/ 5 h 96"/>
                <a:gd name="T10" fmla="*/ 58 w 772"/>
                <a:gd name="T11" fmla="*/ 0 h 96"/>
                <a:gd name="T12" fmla="*/ 715 w 772"/>
                <a:gd name="T13" fmla="*/ 0 h 96"/>
                <a:gd name="T14" fmla="*/ 725 w 772"/>
                <a:gd name="T15" fmla="*/ 6 h 96"/>
                <a:gd name="T16" fmla="*/ 768 w 772"/>
                <a:gd name="T17" fmla="*/ 78 h 96"/>
                <a:gd name="T18" fmla="*/ 764 w 772"/>
                <a:gd name="T19" fmla="*/ 95 h 96"/>
                <a:gd name="T20" fmla="*/ 758 w 772"/>
                <a:gd name="T21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72" h="96">
                  <a:moveTo>
                    <a:pt x="758" y="96"/>
                  </a:moveTo>
                  <a:cubicBezTo>
                    <a:pt x="12" y="96"/>
                    <a:pt x="12" y="96"/>
                    <a:pt x="12" y="96"/>
                  </a:cubicBezTo>
                  <a:cubicBezTo>
                    <a:pt x="5" y="96"/>
                    <a:pt x="0" y="91"/>
                    <a:pt x="0" y="84"/>
                  </a:cubicBezTo>
                  <a:cubicBezTo>
                    <a:pt x="0" y="82"/>
                    <a:pt x="0" y="80"/>
                    <a:pt x="2" y="78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50" y="2"/>
                    <a:pt x="54" y="0"/>
                    <a:pt x="58" y="0"/>
                  </a:cubicBezTo>
                  <a:cubicBezTo>
                    <a:pt x="715" y="0"/>
                    <a:pt x="715" y="0"/>
                    <a:pt x="715" y="0"/>
                  </a:cubicBezTo>
                  <a:cubicBezTo>
                    <a:pt x="719" y="0"/>
                    <a:pt x="723" y="2"/>
                    <a:pt x="725" y="6"/>
                  </a:cubicBezTo>
                  <a:cubicBezTo>
                    <a:pt x="768" y="78"/>
                    <a:pt x="768" y="78"/>
                    <a:pt x="768" y="78"/>
                  </a:cubicBezTo>
                  <a:cubicBezTo>
                    <a:pt x="772" y="84"/>
                    <a:pt x="770" y="91"/>
                    <a:pt x="764" y="95"/>
                  </a:cubicBezTo>
                  <a:cubicBezTo>
                    <a:pt x="762" y="96"/>
                    <a:pt x="760" y="96"/>
                    <a:pt x="758" y="96"/>
                  </a:cubicBezTo>
                  <a:close/>
                </a:path>
              </a:pathLst>
            </a:custGeom>
            <a:solidFill>
              <a:srgbClr val="BFBD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algn="ctr" defTabSz="1218013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 7"/>
            <p:cNvSpPr>
              <a:spLocks/>
            </p:cNvSpPr>
            <p:nvPr/>
          </p:nvSpPr>
          <p:spPr bwMode="auto">
            <a:xfrm>
              <a:off x="507" y="1182"/>
              <a:ext cx="3090" cy="1885"/>
            </a:xfrm>
            <a:custGeom>
              <a:avLst/>
              <a:gdLst>
                <a:gd name="T0" fmla="*/ 3056 w 3114"/>
                <a:gd name="T1" fmla="*/ 0 h 1928"/>
                <a:gd name="T2" fmla="*/ 56 w 3114"/>
                <a:gd name="T3" fmla="*/ 0 h 1928"/>
                <a:gd name="T4" fmla="*/ 0 w 3114"/>
                <a:gd name="T5" fmla="*/ 56 h 1928"/>
                <a:gd name="T6" fmla="*/ 0 w 3114"/>
                <a:gd name="T7" fmla="*/ 1928 h 1928"/>
                <a:gd name="T8" fmla="*/ 3114 w 3114"/>
                <a:gd name="T9" fmla="*/ 1928 h 1928"/>
                <a:gd name="T10" fmla="*/ 3112 w 3114"/>
                <a:gd name="T11" fmla="*/ 56 h 1928"/>
                <a:gd name="T12" fmla="*/ 3056 w 3114"/>
                <a:gd name="T13" fmla="*/ 0 h 19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1928">
                  <a:moveTo>
                    <a:pt x="3056" y="0"/>
                  </a:moveTo>
                  <a:cubicBezTo>
                    <a:pt x="56" y="0"/>
                    <a:pt x="56" y="0"/>
                    <a:pt x="56" y="0"/>
                  </a:cubicBezTo>
                  <a:cubicBezTo>
                    <a:pt x="25" y="0"/>
                    <a:pt x="0" y="26"/>
                    <a:pt x="0" y="56"/>
                  </a:cubicBezTo>
                  <a:cubicBezTo>
                    <a:pt x="0" y="56"/>
                    <a:pt x="0" y="1910"/>
                    <a:pt x="0" y="1928"/>
                  </a:cubicBezTo>
                  <a:cubicBezTo>
                    <a:pt x="3114" y="1928"/>
                    <a:pt x="3114" y="1928"/>
                    <a:pt x="3114" y="1928"/>
                  </a:cubicBezTo>
                  <a:cubicBezTo>
                    <a:pt x="3114" y="1896"/>
                    <a:pt x="3112" y="56"/>
                    <a:pt x="3112" y="56"/>
                  </a:cubicBezTo>
                  <a:cubicBezTo>
                    <a:pt x="3112" y="26"/>
                    <a:pt x="3087" y="0"/>
                    <a:pt x="3056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algn="ctr" defTabSz="1218013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 8"/>
            <p:cNvSpPr>
              <a:spLocks/>
            </p:cNvSpPr>
            <p:nvPr/>
          </p:nvSpPr>
          <p:spPr bwMode="auto">
            <a:xfrm>
              <a:off x="670" y="1338"/>
              <a:ext cx="2718" cy="1552"/>
            </a:xfrm>
            <a:custGeom>
              <a:avLst/>
              <a:gdLst>
                <a:gd name="T0" fmla="*/ 2776 w 2780"/>
                <a:gd name="T1" fmla="*/ 0 h 1588"/>
                <a:gd name="T2" fmla="*/ 4 w 2780"/>
                <a:gd name="T3" fmla="*/ 0 h 1588"/>
                <a:gd name="T4" fmla="*/ 0 w 2780"/>
                <a:gd name="T5" fmla="*/ 4 h 1588"/>
                <a:gd name="T6" fmla="*/ 0 w 2780"/>
                <a:gd name="T7" fmla="*/ 1583 h 1588"/>
                <a:gd name="T8" fmla="*/ 4 w 2780"/>
                <a:gd name="T9" fmla="*/ 1588 h 1588"/>
                <a:gd name="T10" fmla="*/ 2776 w 2780"/>
                <a:gd name="T11" fmla="*/ 1588 h 1588"/>
                <a:gd name="T12" fmla="*/ 2780 w 2780"/>
                <a:gd name="T13" fmla="*/ 1583 h 1588"/>
                <a:gd name="T14" fmla="*/ 2780 w 2780"/>
                <a:gd name="T15" fmla="*/ 4 h 1588"/>
                <a:gd name="T16" fmla="*/ 2776 w 2780"/>
                <a:gd name="T17" fmla="*/ 0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80" h="1588">
                  <a:moveTo>
                    <a:pt x="2776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1583"/>
                    <a:pt x="0" y="1583"/>
                    <a:pt x="0" y="1583"/>
                  </a:cubicBezTo>
                  <a:cubicBezTo>
                    <a:pt x="0" y="1586"/>
                    <a:pt x="2" y="1588"/>
                    <a:pt x="4" y="1588"/>
                  </a:cubicBezTo>
                  <a:cubicBezTo>
                    <a:pt x="2776" y="1588"/>
                    <a:pt x="2776" y="1588"/>
                    <a:pt x="2776" y="1588"/>
                  </a:cubicBezTo>
                  <a:cubicBezTo>
                    <a:pt x="2778" y="1588"/>
                    <a:pt x="2780" y="1586"/>
                    <a:pt x="2780" y="1583"/>
                  </a:cubicBezTo>
                  <a:cubicBezTo>
                    <a:pt x="2780" y="4"/>
                    <a:pt x="2780" y="4"/>
                    <a:pt x="2780" y="4"/>
                  </a:cubicBezTo>
                  <a:cubicBezTo>
                    <a:pt x="2780" y="2"/>
                    <a:pt x="2778" y="0"/>
                    <a:pt x="2776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algn="ctr" defTabSz="1218013">
                <a:defRPr/>
              </a:pPr>
              <a:endPara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013">
                <a:defRPr/>
              </a:pPr>
              <a:endParaRPr lang="en-US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013">
                <a:defRPr/>
              </a:pPr>
              <a:endParaRPr lang="en-US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013">
                <a:defRPr/>
              </a:pPr>
              <a:endParaRPr lang="en-US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013">
                <a:defRPr/>
              </a:pPr>
              <a:endParaRPr lang="en-US" sz="12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1218013">
                <a:defRPr/>
              </a:pPr>
              <a:r>
                <a:rPr lang="en-US" sz="12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Put Your Screenshot</a:t>
              </a:r>
            </a:p>
            <a:p>
              <a:pPr algn="ctr" defTabSz="1218013">
                <a:defRPr/>
              </a:pPr>
              <a:r>
                <a:rPr lang="en-US" sz="1200" dirty="0">
                  <a:solidFill>
                    <a:prstClr val="white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Here</a:t>
              </a:r>
            </a:p>
            <a:p>
              <a:pPr algn="ctr" defTabSz="1218013">
                <a:defRPr/>
              </a:pPr>
              <a:endParaRPr lang="en-US" sz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 9"/>
            <p:cNvSpPr>
              <a:spLocks/>
            </p:cNvSpPr>
            <p:nvPr/>
          </p:nvSpPr>
          <p:spPr bwMode="auto">
            <a:xfrm>
              <a:off x="508" y="3067"/>
              <a:ext cx="3090" cy="240"/>
            </a:xfrm>
            <a:custGeom>
              <a:avLst/>
              <a:gdLst>
                <a:gd name="T0" fmla="*/ 3061 w 3114"/>
                <a:gd name="T1" fmla="*/ 246 h 246"/>
                <a:gd name="T2" fmla="*/ 56 w 3114"/>
                <a:gd name="T3" fmla="*/ 246 h 246"/>
                <a:gd name="T4" fmla="*/ 0 w 3114"/>
                <a:gd name="T5" fmla="*/ 190 h 246"/>
                <a:gd name="T6" fmla="*/ 0 w 3114"/>
                <a:gd name="T7" fmla="*/ 0 h 246"/>
                <a:gd name="T8" fmla="*/ 3114 w 3114"/>
                <a:gd name="T9" fmla="*/ 0 h 246"/>
                <a:gd name="T10" fmla="*/ 3114 w 3114"/>
                <a:gd name="T11" fmla="*/ 190 h 246"/>
                <a:gd name="T12" fmla="*/ 3061 w 3114"/>
                <a:gd name="T13" fmla="*/ 246 h 2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4" h="246">
                  <a:moveTo>
                    <a:pt x="3061" y="246"/>
                  </a:moveTo>
                  <a:cubicBezTo>
                    <a:pt x="56" y="246"/>
                    <a:pt x="56" y="246"/>
                    <a:pt x="56" y="246"/>
                  </a:cubicBezTo>
                  <a:cubicBezTo>
                    <a:pt x="25" y="246"/>
                    <a:pt x="0" y="221"/>
                    <a:pt x="0" y="190"/>
                  </a:cubicBezTo>
                  <a:cubicBezTo>
                    <a:pt x="0" y="190"/>
                    <a:pt x="0" y="6"/>
                    <a:pt x="0" y="0"/>
                  </a:cubicBezTo>
                  <a:cubicBezTo>
                    <a:pt x="3114" y="0"/>
                    <a:pt x="3114" y="0"/>
                    <a:pt x="3114" y="0"/>
                  </a:cubicBezTo>
                  <a:cubicBezTo>
                    <a:pt x="3114" y="3"/>
                    <a:pt x="3114" y="190"/>
                    <a:pt x="3114" y="190"/>
                  </a:cubicBezTo>
                  <a:cubicBezTo>
                    <a:pt x="3114" y="221"/>
                    <a:pt x="3092" y="246"/>
                    <a:pt x="3061" y="246"/>
                  </a:cubicBezTo>
                  <a:close/>
                </a:path>
              </a:pathLst>
            </a:custGeom>
            <a:solidFill>
              <a:srgbClr val="EBEA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algn="ctr" defTabSz="1218013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10"/>
            <p:cNvSpPr>
              <a:spLocks noChangeArrowheads="1"/>
            </p:cNvSpPr>
            <p:nvPr/>
          </p:nvSpPr>
          <p:spPr bwMode="auto">
            <a:xfrm>
              <a:off x="1983" y="3140"/>
              <a:ext cx="94" cy="94"/>
            </a:xfrm>
            <a:prstGeom prst="ellipse">
              <a:avLst/>
            </a:prstGeom>
            <a:solidFill>
              <a:srgbClr val="D5D3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algn="ctr" defTabSz="1218013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11"/>
            <p:cNvSpPr>
              <a:spLocks noChangeArrowheads="1"/>
            </p:cNvSpPr>
            <p:nvPr/>
          </p:nvSpPr>
          <p:spPr bwMode="auto">
            <a:xfrm>
              <a:off x="2011" y="1243"/>
              <a:ext cx="38" cy="37"/>
            </a:xfrm>
            <a:prstGeom prst="ellipse">
              <a:avLst/>
            </a:prstGeom>
            <a:solidFill>
              <a:srgbClr val="6262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algn="ctr" defTabSz="1218013">
                <a:defRPr/>
              </a:pPr>
              <a:endParaRPr lang="en-US" sz="12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7617224" y="5341922"/>
            <a:ext cx="2546543" cy="3037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8013">
              <a:defRPr/>
            </a:pPr>
            <a:r>
              <a:rPr lang="en-US" sz="160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Visit slidemodel.com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4850172"/>
            <a:ext cx="4716867" cy="9079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28" indent="-169728" defTabSz="121801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white"/>
                </a:solidFill>
                <a:latin typeface="Calibri"/>
              </a:rPr>
              <a:t>Easy to use</a:t>
            </a:r>
          </a:p>
          <a:p>
            <a:pPr marL="169728" indent="-169728" defTabSz="121801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white"/>
                </a:solidFill>
                <a:latin typeface="Calibri"/>
              </a:rPr>
              <a:t>Fully customizable</a:t>
            </a:r>
          </a:p>
          <a:p>
            <a:pPr marL="169728" indent="-169728" defTabSz="1218013">
              <a:spcAft>
                <a:spcPts val="300"/>
              </a:spcAft>
              <a:buFont typeface="Arial" panose="020B0604020202020204" pitchFamily="34" charset="0"/>
              <a:buChar char="•"/>
              <a:defRPr/>
            </a:pPr>
            <a:r>
              <a:rPr lang="en-US" sz="1600" dirty="0">
                <a:solidFill>
                  <a:prstClr val="white"/>
                </a:solidFill>
                <a:latin typeface="Calibri"/>
              </a:rPr>
              <a:t>Cutting edge designs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0003" y="4468203"/>
            <a:ext cx="5910650" cy="3690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218013">
              <a:defRPr/>
            </a:pPr>
            <a:r>
              <a:rPr lang="en-US" sz="1798" dirty="0">
                <a:solidFill>
                  <a:prstClr val="white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Download PowerPoint templates and save hours of work.</a:t>
            </a:r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" y="6121199"/>
            <a:ext cx="12179305" cy="6752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18B0CF9-BDE2-03AD-1557-0ACFCFE2CF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903" y="916853"/>
            <a:ext cx="3822846" cy="218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11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:\cloud\drive\websites\slidemodel\logo\sebastian\slidemodel-logo-tran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8491" y="3164751"/>
            <a:ext cx="2791845" cy="528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61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2">
      <a:dk1>
        <a:sysClr val="windowText" lastClr="000000"/>
      </a:dk1>
      <a:lt1>
        <a:sysClr val="window" lastClr="FFFFFF"/>
      </a:lt1>
      <a:dk2>
        <a:srgbClr val="153153"/>
      </a:dk2>
      <a:lt2>
        <a:srgbClr val="EEECE1"/>
      </a:lt2>
      <a:accent1>
        <a:srgbClr val="E9A029"/>
      </a:accent1>
      <a:accent2>
        <a:srgbClr val="E75884"/>
      </a:accent2>
      <a:accent3>
        <a:srgbClr val="51CBB0"/>
      </a:accent3>
      <a:accent4>
        <a:srgbClr val="52A8D9"/>
      </a:accent4>
      <a:accent5>
        <a:srgbClr val="B55FED"/>
      </a:accent5>
      <a:accent6>
        <a:srgbClr val="474196"/>
      </a:accent6>
      <a:hlink>
        <a:srgbClr val="0000FF"/>
      </a:hlink>
      <a:folHlink>
        <a:srgbClr val="800080"/>
      </a:folHlink>
    </a:clrScheme>
    <a:fontScheme name="slidemodel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SlideModelTheme-1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779B7"/>
      </a:accent1>
      <a:accent2>
        <a:srgbClr val="019ADD"/>
      </a:accent2>
      <a:accent3>
        <a:srgbClr val="6BC2ED"/>
      </a:accent3>
      <a:accent4>
        <a:srgbClr val="A7CCDF"/>
      </a:accent4>
      <a:accent5>
        <a:srgbClr val="595959"/>
      </a:accent5>
      <a:accent6>
        <a:srgbClr val="3F3F3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5865</TotalTime>
  <Words>173</Words>
  <Application>Microsoft Office PowerPoint</Application>
  <PresentationFormat>Custom</PresentationFormat>
  <Paragraphs>32</Paragraphs>
  <Slides>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2_Office Theme</vt:lpstr>
      <vt:lpstr>3-Item Cycle Infographic Diagram Slide Template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3-Item Infographic Diagram PowerPoint Template</dc:title>
  <dc:creator>Julian</dc:creator>
  <cp:lastModifiedBy>USER</cp:lastModifiedBy>
  <cp:revision>116</cp:revision>
  <dcterms:created xsi:type="dcterms:W3CDTF">2013-09-12T13:05:01Z</dcterms:created>
  <dcterms:modified xsi:type="dcterms:W3CDTF">2025-10-08T17:52:17Z</dcterms:modified>
</cp:coreProperties>
</file>