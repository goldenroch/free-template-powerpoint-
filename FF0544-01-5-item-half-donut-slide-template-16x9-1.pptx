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6"/>
  </p:notesMasterIdLst>
  <p:sldIdLst>
    <p:sldId id="276" r:id="rId3"/>
    <p:sldId id="290" r:id="rId4"/>
    <p:sldId id="268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D0E0"/>
    <a:srgbClr val="42CE9F"/>
    <a:srgbClr val="9ED442"/>
    <a:srgbClr val="40A7E1"/>
    <a:srgbClr val="4582DD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4"/>
  </p:normalViewPr>
  <p:slideViewPr>
    <p:cSldViewPr>
      <p:cViewPr>
        <p:scale>
          <a:sx n="73" d="100"/>
          <a:sy n="73" d="100"/>
        </p:scale>
        <p:origin x="810" y="34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8" tIns="45695" rIns="91388" bIns="45695" rtlCol="0" anchor="ctr"/>
          <a:lstStyle/>
          <a:p>
            <a:pPr algn="ctr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3887118"/>
            <a:ext cx="10360501" cy="610820"/>
          </a:xfrm>
        </p:spPr>
        <p:txBody>
          <a:bodyPr/>
          <a:lstStyle>
            <a:lvl1pPr algn="ctr">
              <a:defRPr lang="en-US" sz="3998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8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11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2130429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20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39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4"/>
            <a:ext cx="10360501" cy="1362075"/>
          </a:xfrm>
        </p:spPr>
        <p:txBody>
          <a:bodyPr anchor="t"/>
          <a:lstStyle>
            <a:lvl1pPr algn="l">
              <a:defRPr sz="52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98">
                <a:solidFill>
                  <a:schemeClr val="tx1">
                    <a:tint val="75000"/>
                  </a:schemeClr>
                </a:solidFill>
              </a:defRPr>
            </a:lvl1pPr>
            <a:lvl2pPr marL="609158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2pPr>
            <a:lvl3pPr marL="1218317" indent="0">
              <a:buNone/>
              <a:defRPr sz="2098">
                <a:solidFill>
                  <a:schemeClr val="tx1">
                    <a:tint val="75000"/>
                  </a:schemeClr>
                </a:solidFill>
              </a:defRPr>
            </a:lvl3pPr>
            <a:lvl4pPr marL="1827474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4pPr>
            <a:lvl5pPr marL="2436633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5pPr>
            <a:lvl6pPr marL="3045792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6pPr>
            <a:lvl7pPr marL="365494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7pPr>
            <a:lvl8pPr marL="4264107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8pPr>
            <a:lvl9pPr marL="4873265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31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4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4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13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6"/>
            <a:ext cx="5385514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158" indent="0">
              <a:buNone/>
              <a:defRPr sz="2698" b="1"/>
            </a:lvl2pPr>
            <a:lvl3pPr marL="1218317" indent="0">
              <a:buNone/>
              <a:defRPr sz="2398" b="1"/>
            </a:lvl3pPr>
            <a:lvl4pPr marL="1827474" indent="0">
              <a:buNone/>
              <a:defRPr sz="2098" b="1"/>
            </a:lvl4pPr>
            <a:lvl5pPr marL="2436633" indent="0">
              <a:buNone/>
              <a:defRPr sz="2098" b="1"/>
            </a:lvl5pPr>
            <a:lvl6pPr marL="3045792" indent="0">
              <a:buNone/>
              <a:defRPr sz="2098" b="1"/>
            </a:lvl6pPr>
            <a:lvl7pPr marL="3654949" indent="0">
              <a:buNone/>
              <a:defRPr sz="2098" b="1"/>
            </a:lvl7pPr>
            <a:lvl8pPr marL="4264107" indent="0">
              <a:buNone/>
              <a:defRPr sz="2098" b="1"/>
            </a:lvl8pPr>
            <a:lvl9pPr marL="4873265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6"/>
            <a:ext cx="5387630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158" indent="0">
              <a:buNone/>
              <a:defRPr sz="2698" b="1"/>
            </a:lvl2pPr>
            <a:lvl3pPr marL="1218317" indent="0">
              <a:buNone/>
              <a:defRPr sz="2398" b="1"/>
            </a:lvl3pPr>
            <a:lvl4pPr marL="1827474" indent="0">
              <a:buNone/>
              <a:defRPr sz="2098" b="1"/>
            </a:lvl4pPr>
            <a:lvl5pPr marL="2436633" indent="0">
              <a:buNone/>
              <a:defRPr sz="2098" b="1"/>
            </a:lvl5pPr>
            <a:lvl6pPr marL="3045792" indent="0">
              <a:buNone/>
              <a:defRPr sz="2098" b="1"/>
            </a:lvl6pPr>
            <a:lvl7pPr marL="3654949" indent="0">
              <a:buNone/>
              <a:defRPr sz="2098" b="1"/>
            </a:lvl7pPr>
            <a:lvl8pPr marL="4264107" indent="0">
              <a:buNone/>
              <a:defRPr sz="2098" b="1"/>
            </a:lvl8pPr>
            <a:lvl9pPr marL="4873265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42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5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66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64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5" y="273052"/>
            <a:ext cx="4010039" cy="1162051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6"/>
            <a:ext cx="6813892" cy="5853113"/>
          </a:xfrm>
        </p:spPr>
        <p:txBody>
          <a:bodyPr/>
          <a:lstStyle>
            <a:lvl1pPr>
              <a:defRPr sz="4298"/>
            </a:lvl1pPr>
            <a:lvl2pPr>
              <a:defRPr sz="3698"/>
            </a:lvl2pPr>
            <a:lvl3pPr>
              <a:defRPr sz="3198"/>
            </a:lvl3pPr>
            <a:lvl4pPr>
              <a:defRPr sz="2698"/>
            </a:lvl4pPr>
            <a:lvl5pPr>
              <a:defRPr sz="2698"/>
            </a:lvl5pPr>
            <a:lvl6pPr>
              <a:defRPr sz="2698"/>
            </a:lvl6pPr>
            <a:lvl7pPr>
              <a:defRPr sz="2698"/>
            </a:lvl7pPr>
            <a:lvl8pPr>
              <a:defRPr sz="2698"/>
            </a:lvl8pPr>
            <a:lvl9pPr>
              <a:defRPr sz="2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5" y="1435104"/>
            <a:ext cx="4010039" cy="4691063"/>
          </a:xfrm>
        </p:spPr>
        <p:txBody>
          <a:bodyPr/>
          <a:lstStyle>
            <a:lvl1pPr marL="0" indent="0">
              <a:buNone/>
              <a:defRPr sz="1898"/>
            </a:lvl1pPr>
            <a:lvl2pPr marL="609158" indent="0">
              <a:buNone/>
              <a:defRPr sz="1600"/>
            </a:lvl2pPr>
            <a:lvl3pPr marL="1218317" indent="0">
              <a:buNone/>
              <a:defRPr sz="1300"/>
            </a:lvl3pPr>
            <a:lvl4pPr marL="1827474" indent="0">
              <a:buNone/>
              <a:defRPr sz="1200"/>
            </a:lvl4pPr>
            <a:lvl5pPr marL="2436633" indent="0">
              <a:buNone/>
              <a:defRPr sz="1200"/>
            </a:lvl5pPr>
            <a:lvl6pPr marL="3045792" indent="0">
              <a:buNone/>
              <a:defRPr sz="1200"/>
            </a:lvl6pPr>
            <a:lvl7pPr marL="3654949" indent="0">
              <a:buNone/>
              <a:defRPr sz="1200"/>
            </a:lvl7pPr>
            <a:lvl8pPr marL="4264107" indent="0">
              <a:buNone/>
              <a:defRPr sz="1200"/>
            </a:lvl8pPr>
            <a:lvl9pPr marL="487326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732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3"/>
            <a:ext cx="7313295" cy="566739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9158" indent="0">
              <a:buNone/>
              <a:defRPr sz="3698"/>
            </a:lvl2pPr>
            <a:lvl3pPr marL="1218317" indent="0">
              <a:buNone/>
              <a:defRPr sz="3198"/>
            </a:lvl3pPr>
            <a:lvl4pPr marL="1827474" indent="0">
              <a:buNone/>
              <a:defRPr sz="2698"/>
            </a:lvl4pPr>
            <a:lvl5pPr marL="2436633" indent="0">
              <a:buNone/>
              <a:defRPr sz="2698"/>
            </a:lvl5pPr>
            <a:lvl6pPr marL="3045792" indent="0">
              <a:buNone/>
              <a:defRPr sz="2698"/>
            </a:lvl6pPr>
            <a:lvl7pPr marL="3654949" indent="0">
              <a:buNone/>
              <a:defRPr sz="2698"/>
            </a:lvl7pPr>
            <a:lvl8pPr marL="4264107" indent="0">
              <a:buNone/>
              <a:defRPr sz="2698"/>
            </a:lvl8pPr>
            <a:lvl9pPr marL="4873265" indent="0">
              <a:buNone/>
              <a:defRPr sz="2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42"/>
            <a:ext cx="7313295" cy="804863"/>
          </a:xfrm>
        </p:spPr>
        <p:txBody>
          <a:bodyPr/>
          <a:lstStyle>
            <a:lvl1pPr marL="0" indent="0">
              <a:buNone/>
              <a:defRPr sz="1898"/>
            </a:lvl1pPr>
            <a:lvl2pPr marL="609158" indent="0">
              <a:buNone/>
              <a:defRPr sz="1600"/>
            </a:lvl2pPr>
            <a:lvl3pPr marL="1218317" indent="0">
              <a:buNone/>
              <a:defRPr sz="1300"/>
            </a:lvl3pPr>
            <a:lvl4pPr marL="1827474" indent="0">
              <a:buNone/>
              <a:defRPr sz="1200"/>
            </a:lvl4pPr>
            <a:lvl5pPr marL="2436633" indent="0">
              <a:buNone/>
              <a:defRPr sz="1200"/>
            </a:lvl5pPr>
            <a:lvl6pPr marL="3045792" indent="0">
              <a:buNone/>
              <a:defRPr sz="1200"/>
            </a:lvl6pPr>
            <a:lvl7pPr marL="3654949" indent="0">
              <a:buNone/>
              <a:defRPr sz="1200"/>
            </a:lvl7pPr>
            <a:lvl8pPr marL="4264107" indent="0">
              <a:buNone/>
              <a:defRPr sz="1200"/>
            </a:lvl8pPr>
            <a:lvl9pPr marL="487326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035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396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2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2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588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7"/>
            <a:ext cx="5930678" cy="711081"/>
          </a:xfrm>
        </p:spPr>
        <p:txBody>
          <a:bodyPr>
            <a:normAutofit/>
          </a:bodyPr>
          <a:lstStyle>
            <a:lvl1pPr algn="ctr">
              <a:defRPr sz="3598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9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42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4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4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4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3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1218317" rtl="0" eaLnBrk="1" latinLnBrk="0" hangingPunct="1">
        <a:spcBef>
          <a:spcPct val="0"/>
        </a:spcBef>
        <a:buNone/>
        <a:defRPr sz="3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868" indent="-456868" algn="l" defTabSz="1218317" rtl="0" eaLnBrk="1" latinLnBrk="0" hangingPunct="1">
        <a:spcBef>
          <a:spcPct val="20000"/>
        </a:spcBef>
        <a:buFont typeface="Arial" pitchFamily="34" charset="0"/>
        <a:buChar char="•"/>
        <a:defRPr sz="3598" kern="1200">
          <a:solidFill>
            <a:schemeClr val="tx1"/>
          </a:solidFill>
          <a:latin typeface="+mj-lt"/>
          <a:ea typeface="+mn-ea"/>
          <a:cs typeface="+mn-cs"/>
        </a:defRPr>
      </a:lvl1pPr>
      <a:lvl2pPr marL="989883" indent="-380723" algn="l" defTabSz="1218317" rtl="0" eaLnBrk="1" latinLnBrk="0" hangingPunct="1">
        <a:spcBef>
          <a:spcPct val="20000"/>
        </a:spcBef>
        <a:buFont typeface="Arial" pitchFamily="34" charset="0"/>
        <a:buChar char="–"/>
        <a:defRPr sz="3198" kern="1200">
          <a:solidFill>
            <a:schemeClr val="tx1"/>
          </a:solidFill>
          <a:latin typeface="+mj-lt"/>
          <a:ea typeface="+mn-ea"/>
          <a:cs typeface="+mn-cs"/>
        </a:defRPr>
      </a:lvl2pPr>
      <a:lvl3pPr marL="1522895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j-lt"/>
          <a:ea typeface="+mn-ea"/>
          <a:cs typeface="+mn-cs"/>
        </a:defRPr>
      </a:lvl3pPr>
      <a:lvl4pPr marL="2132054" indent="-304580" algn="l" defTabSz="1218317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+mj-lt"/>
          <a:ea typeface="+mn-ea"/>
          <a:cs typeface="+mn-cs"/>
        </a:defRPr>
      </a:lvl4pPr>
      <a:lvl5pPr marL="2741212" indent="-304580" algn="l" defTabSz="1218317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+mj-lt"/>
          <a:ea typeface="+mn-ea"/>
          <a:cs typeface="+mn-cs"/>
        </a:defRPr>
      </a:lvl5pPr>
      <a:lvl6pPr marL="3350369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9529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8687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7844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158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317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474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633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792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949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107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265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2BC71C8-B160-97CB-E23D-5CE7A57E1404}"/>
              </a:ext>
            </a:extLst>
          </p:cNvPr>
          <p:cNvSpPr/>
          <p:nvPr/>
        </p:nvSpPr>
        <p:spPr>
          <a:xfrm>
            <a:off x="3215137" y="1268760"/>
            <a:ext cx="1755191" cy="1891889"/>
          </a:xfrm>
          <a:custGeom>
            <a:avLst/>
            <a:gdLst>
              <a:gd name="connsiteX0" fmla="*/ 25246 w 1755191"/>
              <a:gd name="connsiteY0" fmla="*/ 0 h 1891889"/>
              <a:gd name="connsiteX1" fmla="*/ 1613895 w 1755191"/>
              <a:gd name="connsiteY1" fmla="*/ 0 h 1891889"/>
              <a:gd name="connsiteX2" fmla="*/ 1579257 w 1755191"/>
              <a:gd name="connsiteY2" fmla="*/ 117695 h 1891889"/>
              <a:gd name="connsiteX3" fmla="*/ 1755191 w 1755191"/>
              <a:gd name="connsiteY3" fmla="*/ 1003489 h 1891889"/>
              <a:gd name="connsiteX4" fmla="*/ 481511 w 1755191"/>
              <a:gd name="connsiteY4" fmla="*/ 1891889 h 1891889"/>
              <a:gd name="connsiteX5" fmla="*/ 8512 w 1755191"/>
              <a:gd name="connsiteY5" fmla="*/ 146231 h 1891889"/>
              <a:gd name="connsiteX6" fmla="*/ 25246 w 1755191"/>
              <a:gd name="connsiteY6" fmla="*/ 0 h 189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5191" h="1891889">
                <a:moveTo>
                  <a:pt x="25246" y="0"/>
                </a:moveTo>
                <a:lnTo>
                  <a:pt x="1613895" y="0"/>
                </a:lnTo>
                <a:lnTo>
                  <a:pt x="1579257" y="117695"/>
                </a:lnTo>
                <a:cubicBezTo>
                  <a:pt x="1512620" y="420067"/>
                  <a:pt x="1572775" y="741963"/>
                  <a:pt x="1755191" y="1003489"/>
                </a:cubicBezTo>
                <a:lnTo>
                  <a:pt x="481511" y="1891889"/>
                </a:lnTo>
                <a:cubicBezTo>
                  <a:pt x="119662" y="1373112"/>
                  <a:pt x="-40086" y="754540"/>
                  <a:pt x="8512" y="146231"/>
                </a:cubicBezTo>
                <a:lnTo>
                  <a:pt x="25246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111AAB2-C692-AB54-47E9-ADA97DA2EDBB}"/>
              </a:ext>
            </a:extLst>
          </p:cNvPr>
          <p:cNvSpPr/>
          <p:nvPr/>
        </p:nvSpPr>
        <p:spPr>
          <a:xfrm>
            <a:off x="7218498" y="1268760"/>
            <a:ext cx="1755190" cy="1891889"/>
          </a:xfrm>
          <a:custGeom>
            <a:avLst/>
            <a:gdLst>
              <a:gd name="connsiteX0" fmla="*/ 141297 w 1755190"/>
              <a:gd name="connsiteY0" fmla="*/ 0 h 1891889"/>
              <a:gd name="connsiteX1" fmla="*/ 1729945 w 1755190"/>
              <a:gd name="connsiteY1" fmla="*/ 0 h 1891889"/>
              <a:gd name="connsiteX2" fmla="*/ 1746679 w 1755190"/>
              <a:gd name="connsiteY2" fmla="*/ 146231 h 1891889"/>
              <a:gd name="connsiteX3" fmla="*/ 1273680 w 1755190"/>
              <a:gd name="connsiteY3" fmla="*/ 1891889 h 1891889"/>
              <a:gd name="connsiteX4" fmla="*/ 0 w 1755190"/>
              <a:gd name="connsiteY4" fmla="*/ 1003489 h 1891889"/>
              <a:gd name="connsiteX5" fmla="*/ 175934 w 1755190"/>
              <a:gd name="connsiteY5" fmla="*/ 117695 h 1891889"/>
              <a:gd name="connsiteX6" fmla="*/ 141297 w 1755190"/>
              <a:gd name="connsiteY6" fmla="*/ 0 h 189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5190" h="1891889">
                <a:moveTo>
                  <a:pt x="141297" y="0"/>
                </a:moveTo>
                <a:lnTo>
                  <a:pt x="1729945" y="0"/>
                </a:lnTo>
                <a:lnTo>
                  <a:pt x="1746679" y="146231"/>
                </a:lnTo>
                <a:cubicBezTo>
                  <a:pt x="1795277" y="754540"/>
                  <a:pt x="1635529" y="1373112"/>
                  <a:pt x="1273680" y="1891889"/>
                </a:cubicBezTo>
                <a:lnTo>
                  <a:pt x="0" y="1003489"/>
                </a:lnTo>
                <a:cubicBezTo>
                  <a:pt x="182416" y="741963"/>
                  <a:pt x="242571" y="420067"/>
                  <a:pt x="175934" y="117695"/>
                </a:cubicBezTo>
                <a:lnTo>
                  <a:pt x="141297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FCE19218-7A48-9C60-C3BF-6FDD205648D5}"/>
              </a:ext>
            </a:extLst>
          </p:cNvPr>
          <p:cNvSpPr/>
          <p:nvPr/>
        </p:nvSpPr>
        <p:spPr>
          <a:xfrm>
            <a:off x="4296682" y="1268761"/>
            <a:ext cx="673647" cy="1225043"/>
          </a:xfrm>
          <a:custGeom>
            <a:avLst/>
            <a:gdLst>
              <a:gd name="connsiteX0" fmla="*/ 7979 w 673647"/>
              <a:gd name="connsiteY0" fmla="*/ 0 h 1225043"/>
              <a:gd name="connsiteX1" fmla="*/ 532351 w 673647"/>
              <a:gd name="connsiteY1" fmla="*/ 0 h 1225043"/>
              <a:gd name="connsiteX2" fmla="*/ 497713 w 673647"/>
              <a:gd name="connsiteY2" fmla="*/ 117695 h 1225043"/>
              <a:gd name="connsiteX3" fmla="*/ 673647 w 673647"/>
              <a:gd name="connsiteY3" fmla="*/ 1003489 h 1225043"/>
              <a:gd name="connsiteX4" fmla="*/ 356010 w 673647"/>
              <a:gd name="connsiteY4" fmla="*/ 1225043 h 1225043"/>
              <a:gd name="connsiteX5" fmla="*/ 305165 w 673647"/>
              <a:gd name="connsiteY5" fmla="*/ 1157050 h 1225043"/>
              <a:gd name="connsiteX6" fmla="*/ 0 w 673647"/>
              <a:gd name="connsiteY6" fmla="*/ 158008 h 1225043"/>
              <a:gd name="connsiteX7" fmla="*/ 7979 w 673647"/>
              <a:gd name="connsiteY7" fmla="*/ 0 h 122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3647" h="1225043">
                <a:moveTo>
                  <a:pt x="7979" y="0"/>
                </a:moveTo>
                <a:lnTo>
                  <a:pt x="532351" y="0"/>
                </a:lnTo>
                <a:lnTo>
                  <a:pt x="497713" y="117695"/>
                </a:lnTo>
                <a:cubicBezTo>
                  <a:pt x="431076" y="420067"/>
                  <a:pt x="491231" y="741963"/>
                  <a:pt x="673647" y="1003489"/>
                </a:cubicBezTo>
                <a:lnTo>
                  <a:pt x="356010" y="1225043"/>
                </a:lnTo>
                <a:lnTo>
                  <a:pt x="305165" y="1157050"/>
                </a:lnTo>
                <a:cubicBezTo>
                  <a:pt x="112500" y="871868"/>
                  <a:pt x="0" y="528076"/>
                  <a:pt x="0" y="158008"/>
                </a:cubicBezTo>
                <a:lnTo>
                  <a:pt x="7979" y="0"/>
                </a:lnTo>
                <a:close/>
              </a:path>
            </a:pathLst>
          </a:cu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7C0E4C2-13F2-307C-A3D0-7FEEF881CB8A}"/>
              </a:ext>
            </a:extLst>
          </p:cNvPr>
          <p:cNvSpPr/>
          <p:nvPr/>
        </p:nvSpPr>
        <p:spPr>
          <a:xfrm>
            <a:off x="7218499" y="1268760"/>
            <a:ext cx="651873" cy="1215062"/>
          </a:xfrm>
          <a:custGeom>
            <a:avLst/>
            <a:gdLst>
              <a:gd name="connsiteX0" fmla="*/ 141297 w 651873"/>
              <a:gd name="connsiteY0" fmla="*/ 0 h 1215062"/>
              <a:gd name="connsiteX1" fmla="*/ 643895 w 651873"/>
              <a:gd name="connsiteY1" fmla="*/ 0 h 1215062"/>
              <a:gd name="connsiteX2" fmla="*/ 651873 w 651873"/>
              <a:gd name="connsiteY2" fmla="*/ 158008 h 1215062"/>
              <a:gd name="connsiteX3" fmla="*/ 346708 w 651873"/>
              <a:gd name="connsiteY3" fmla="*/ 1157050 h 1215062"/>
              <a:gd name="connsiteX4" fmla="*/ 303328 w 651873"/>
              <a:gd name="connsiteY4" fmla="*/ 1215062 h 1215062"/>
              <a:gd name="connsiteX5" fmla="*/ 0 w 651873"/>
              <a:gd name="connsiteY5" fmla="*/ 1003489 h 1215062"/>
              <a:gd name="connsiteX6" fmla="*/ 175934 w 651873"/>
              <a:gd name="connsiteY6" fmla="*/ 117695 h 1215062"/>
              <a:gd name="connsiteX7" fmla="*/ 141297 w 651873"/>
              <a:gd name="connsiteY7" fmla="*/ 0 h 1215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1873" h="1215062">
                <a:moveTo>
                  <a:pt x="141297" y="0"/>
                </a:moveTo>
                <a:lnTo>
                  <a:pt x="643895" y="0"/>
                </a:lnTo>
                <a:lnTo>
                  <a:pt x="651873" y="158008"/>
                </a:lnTo>
                <a:cubicBezTo>
                  <a:pt x="651873" y="528076"/>
                  <a:pt x="539374" y="871868"/>
                  <a:pt x="346708" y="1157050"/>
                </a:cubicBezTo>
                <a:lnTo>
                  <a:pt x="303328" y="1215062"/>
                </a:lnTo>
                <a:lnTo>
                  <a:pt x="0" y="1003489"/>
                </a:lnTo>
                <a:cubicBezTo>
                  <a:pt x="182416" y="741963"/>
                  <a:pt x="242571" y="420067"/>
                  <a:pt x="175934" y="117695"/>
                </a:cubicBezTo>
                <a:lnTo>
                  <a:pt x="141297" y="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E03BF55-69A2-6AE0-46FC-2A7FCF3CB77C}"/>
              </a:ext>
            </a:extLst>
          </p:cNvPr>
          <p:cNvSpPr/>
          <p:nvPr/>
        </p:nvSpPr>
        <p:spPr>
          <a:xfrm>
            <a:off x="3438163" y="2101168"/>
            <a:ext cx="2302340" cy="2323659"/>
          </a:xfrm>
          <a:custGeom>
            <a:avLst/>
            <a:gdLst>
              <a:gd name="connsiteX0" fmla="*/ 1595477 w 2302340"/>
              <a:gd name="connsiteY0" fmla="*/ 0 h 2323659"/>
              <a:gd name="connsiteX1" fmla="*/ 2302340 w 2302340"/>
              <a:gd name="connsiteY1" fmla="*/ 554063 h 2323659"/>
              <a:gd name="connsiteX2" fmla="*/ 1787805 w 2302340"/>
              <a:gd name="connsiteY2" fmla="*/ 2323659 h 2323659"/>
              <a:gd name="connsiteX3" fmla="*/ 0 w 2302340"/>
              <a:gd name="connsiteY3" fmla="*/ 922316 h 232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2340" h="2323659">
                <a:moveTo>
                  <a:pt x="1595477" y="0"/>
                </a:moveTo>
                <a:cubicBezTo>
                  <a:pt x="1750905" y="268868"/>
                  <a:pt x="2004129" y="467354"/>
                  <a:pt x="2302340" y="554063"/>
                </a:cubicBezTo>
                <a:lnTo>
                  <a:pt x="1787805" y="2323659"/>
                </a:lnTo>
                <a:cubicBezTo>
                  <a:pt x="1033568" y="2104354"/>
                  <a:pt x="393110" y="1602341"/>
                  <a:pt x="0" y="922316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DC2AFC1-4806-9D9D-5F85-A1533F917C57}"/>
              </a:ext>
            </a:extLst>
          </p:cNvPr>
          <p:cNvSpPr/>
          <p:nvPr/>
        </p:nvSpPr>
        <p:spPr>
          <a:xfrm>
            <a:off x="6425437" y="2101168"/>
            <a:ext cx="2302340" cy="2323659"/>
          </a:xfrm>
          <a:custGeom>
            <a:avLst/>
            <a:gdLst>
              <a:gd name="connsiteX0" fmla="*/ 706863 w 2302340"/>
              <a:gd name="connsiteY0" fmla="*/ 0 h 2323659"/>
              <a:gd name="connsiteX1" fmla="*/ 2302340 w 2302340"/>
              <a:gd name="connsiteY1" fmla="*/ 922316 h 2323659"/>
              <a:gd name="connsiteX2" fmla="*/ 514535 w 2302340"/>
              <a:gd name="connsiteY2" fmla="*/ 2323659 h 2323659"/>
              <a:gd name="connsiteX3" fmla="*/ 0 w 2302340"/>
              <a:gd name="connsiteY3" fmla="*/ 554063 h 2323659"/>
              <a:gd name="connsiteX4" fmla="*/ 706863 w 2302340"/>
              <a:gd name="connsiteY4" fmla="*/ 0 h 232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2340" h="2323659">
                <a:moveTo>
                  <a:pt x="706863" y="0"/>
                </a:moveTo>
                <a:lnTo>
                  <a:pt x="2302340" y="922316"/>
                </a:lnTo>
                <a:cubicBezTo>
                  <a:pt x="1909230" y="1602341"/>
                  <a:pt x="1268772" y="2104354"/>
                  <a:pt x="514535" y="2323659"/>
                </a:cubicBezTo>
                <a:lnTo>
                  <a:pt x="0" y="554063"/>
                </a:lnTo>
                <a:cubicBezTo>
                  <a:pt x="298211" y="467354"/>
                  <a:pt x="551435" y="268868"/>
                  <a:pt x="706863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121C745-7140-1963-A6B6-5C29B1A1BA1E}"/>
              </a:ext>
            </a:extLst>
          </p:cNvPr>
          <p:cNvSpPr/>
          <p:nvPr/>
        </p:nvSpPr>
        <p:spPr>
          <a:xfrm>
            <a:off x="4473941" y="2101168"/>
            <a:ext cx="1266562" cy="1148390"/>
          </a:xfrm>
          <a:custGeom>
            <a:avLst/>
            <a:gdLst>
              <a:gd name="connsiteX0" fmla="*/ 559699 w 1266562"/>
              <a:gd name="connsiteY0" fmla="*/ 0 h 1148390"/>
              <a:gd name="connsiteX1" fmla="*/ 1266562 w 1266562"/>
              <a:gd name="connsiteY1" fmla="*/ 554063 h 1148390"/>
              <a:gd name="connsiteX2" fmla="*/ 1093753 w 1266562"/>
              <a:gd name="connsiteY2" fmla="*/ 1148390 h 1148390"/>
              <a:gd name="connsiteX3" fmla="*/ 1045861 w 1266562"/>
              <a:gd name="connsiteY3" fmla="*/ 1136076 h 1148390"/>
              <a:gd name="connsiteX4" fmla="*/ 37638 w 1266562"/>
              <a:gd name="connsiteY4" fmla="*/ 385506 h 1148390"/>
              <a:gd name="connsiteX5" fmla="*/ 0 w 1266562"/>
              <a:gd name="connsiteY5" fmla="*/ 323552 h 1148390"/>
              <a:gd name="connsiteX6" fmla="*/ 559699 w 1266562"/>
              <a:gd name="connsiteY6" fmla="*/ 0 h 1148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6562" h="1148390">
                <a:moveTo>
                  <a:pt x="559699" y="0"/>
                </a:moveTo>
                <a:cubicBezTo>
                  <a:pt x="715127" y="268868"/>
                  <a:pt x="968351" y="467354"/>
                  <a:pt x="1266562" y="554063"/>
                </a:cubicBezTo>
                <a:lnTo>
                  <a:pt x="1093753" y="1148390"/>
                </a:lnTo>
                <a:lnTo>
                  <a:pt x="1045861" y="1136076"/>
                </a:lnTo>
                <a:cubicBezTo>
                  <a:pt x="630340" y="1006836"/>
                  <a:pt x="276109" y="738488"/>
                  <a:pt x="37638" y="385506"/>
                </a:cubicBezTo>
                <a:lnTo>
                  <a:pt x="0" y="323552"/>
                </a:lnTo>
                <a:lnTo>
                  <a:pt x="559699" y="0"/>
                </a:lnTo>
                <a:close/>
              </a:path>
            </a:pathLst>
          </a:cu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B1D8BBA-9F1E-0419-B210-202B179D640D}"/>
              </a:ext>
            </a:extLst>
          </p:cNvPr>
          <p:cNvSpPr/>
          <p:nvPr/>
        </p:nvSpPr>
        <p:spPr>
          <a:xfrm>
            <a:off x="6425438" y="2101168"/>
            <a:ext cx="1267385" cy="1148656"/>
          </a:xfrm>
          <a:custGeom>
            <a:avLst/>
            <a:gdLst>
              <a:gd name="connsiteX0" fmla="*/ 706863 w 1267385"/>
              <a:gd name="connsiteY0" fmla="*/ 0 h 1148656"/>
              <a:gd name="connsiteX1" fmla="*/ 1267385 w 1267385"/>
              <a:gd name="connsiteY1" fmla="*/ 324028 h 1148656"/>
              <a:gd name="connsiteX2" fmla="*/ 1230036 w 1267385"/>
              <a:gd name="connsiteY2" fmla="*/ 385506 h 1148656"/>
              <a:gd name="connsiteX3" fmla="*/ 221813 w 1267385"/>
              <a:gd name="connsiteY3" fmla="*/ 1136076 h 1148656"/>
              <a:gd name="connsiteX4" fmla="*/ 172887 w 1267385"/>
              <a:gd name="connsiteY4" fmla="*/ 1148656 h 1148656"/>
              <a:gd name="connsiteX5" fmla="*/ 0 w 1267385"/>
              <a:gd name="connsiteY5" fmla="*/ 554063 h 1148656"/>
              <a:gd name="connsiteX6" fmla="*/ 706863 w 1267385"/>
              <a:gd name="connsiteY6" fmla="*/ 0 h 1148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7385" h="1148656">
                <a:moveTo>
                  <a:pt x="706863" y="0"/>
                </a:moveTo>
                <a:lnTo>
                  <a:pt x="1267385" y="324028"/>
                </a:lnTo>
                <a:lnTo>
                  <a:pt x="1230036" y="385506"/>
                </a:lnTo>
                <a:cubicBezTo>
                  <a:pt x="991566" y="738488"/>
                  <a:pt x="637334" y="1006836"/>
                  <a:pt x="221813" y="1136076"/>
                </a:cubicBezTo>
                <a:lnTo>
                  <a:pt x="172887" y="1148656"/>
                </a:lnTo>
                <a:lnTo>
                  <a:pt x="0" y="554063"/>
                </a:lnTo>
                <a:cubicBezTo>
                  <a:pt x="298211" y="467354"/>
                  <a:pt x="551435" y="268868"/>
                  <a:pt x="706863" y="0"/>
                </a:cubicBez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33672B2-8009-AB58-6ED6-20BCE1BDD0CE}"/>
              </a:ext>
            </a:extLst>
          </p:cNvPr>
          <p:cNvSpPr/>
          <p:nvPr/>
        </p:nvSpPr>
        <p:spPr>
          <a:xfrm>
            <a:off x="4986493" y="2536440"/>
            <a:ext cx="2222484" cy="2116944"/>
          </a:xfrm>
          <a:custGeom>
            <a:avLst/>
            <a:gdLst>
              <a:gd name="connsiteX0" fmla="*/ 1517079 w 2222484"/>
              <a:gd name="connsiteY0" fmla="*/ 0 h 2116944"/>
              <a:gd name="connsiteX1" fmla="*/ 2222484 w 2222484"/>
              <a:gd name="connsiteY1" fmla="*/ 1917462 h 2116944"/>
              <a:gd name="connsiteX2" fmla="*/ 0 w 2222484"/>
              <a:gd name="connsiteY2" fmla="*/ 1923857 h 2116944"/>
              <a:gd name="connsiteX3" fmla="*/ 694360 w 2222484"/>
              <a:gd name="connsiteY3" fmla="*/ 2367 h 2116944"/>
              <a:gd name="connsiteX4" fmla="*/ 1517079 w 2222484"/>
              <a:gd name="connsiteY4" fmla="*/ 0 h 211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2484" h="2116944">
                <a:moveTo>
                  <a:pt x="1517079" y="0"/>
                </a:moveTo>
                <a:lnTo>
                  <a:pt x="2222484" y="1917462"/>
                </a:lnTo>
                <a:cubicBezTo>
                  <a:pt x="1505520" y="2181222"/>
                  <a:pt x="718471" y="2183487"/>
                  <a:pt x="0" y="1923857"/>
                </a:cubicBezTo>
                <a:lnTo>
                  <a:pt x="694360" y="2367"/>
                </a:lnTo>
                <a:cubicBezTo>
                  <a:pt x="960323" y="98477"/>
                  <a:pt x="1251673" y="97638"/>
                  <a:pt x="1517079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8EE8B-900A-3928-DD9F-FBD7E452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63" y="273454"/>
            <a:ext cx="10969943" cy="711081"/>
          </a:xfrm>
        </p:spPr>
        <p:txBody>
          <a:bodyPr/>
          <a:lstStyle/>
          <a:p>
            <a:r>
              <a:rPr lang="en-IN" dirty="0"/>
              <a:t>5-Item Half-Donut Infographic Slide Template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0C4E8C2-3034-ABAD-82E6-39BB8594BE7F}"/>
              </a:ext>
            </a:extLst>
          </p:cNvPr>
          <p:cNvSpPr/>
          <p:nvPr/>
        </p:nvSpPr>
        <p:spPr>
          <a:xfrm>
            <a:off x="5398475" y="2536441"/>
            <a:ext cx="1390673" cy="905773"/>
          </a:xfrm>
          <a:custGeom>
            <a:avLst/>
            <a:gdLst>
              <a:gd name="connsiteX0" fmla="*/ 1105098 w 1390673"/>
              <a:gd name="connsiteY0" fmla="*/ 0 h 905773"/>
              <a:gd name="connsiteX1" fmla="*/ 1390673 w 1390673"/>
              <a:gd name="connsiteY1" fmla="*/ 776261 h 905773"/>
              <a:gd name="connsiteX2" fmla="*/ 1284384 w 1390673"/>
              <a:gd name="connsiteY2" fmla="*/ 815163 h 905773"/>
              <a:gd name="connsiteX3" fmla="*/ 685052 w 1390673"/>
              <a:gd name="connsiteY3" fmla="*/ 905773 h 905773"/>
              <a:gd name="connsiteX4" fmla="*/ 85720 w 1390673"/>
              <a:gd name="connsiteY4" fmla="*/ 815163 h 905773"/>
              <a:gd name="connsiteX5" fmla="*/ 0 w 1390673"/>
              <a:gd name="connsiteY5" fmla="*/ 783789 h 905773"/>
              <a:gd name="connsiteX6" fmla="*/ 282379 w 1390673"/>
              <a:gd name="connsiteY6" fmla="*/ 2367 h 905773"/>
              <a:gd name="connsiteX7" fmla="*/ 1105098 w 1390673"/>
              <a:gd name="connsiteY7" fmla="*/ 0 h 905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90673" h="905773">
                <a:moveTo>
                  <a:pt x="1105098" y="0"/>
                </a:moveTo>
                <a:lnTo>
                  <a:pt x="1390673" y="776261"/>
                </a:lnTo>
                <a:lnTo>
                  <a:pt x="1284384" y="815163"/>
                </a:lnTo>
                <a:cubicBezTo>
                  <a:pt x="1095055" y="874050"/>
                  <a:pt x="893758" y="905773"/>
                  <a:pt x="685052" y="905773"/>
                </a:cubicBezTo>
                <a:cubicBezTo>
                  <a:pt x="476346" y="905773"/>
                  <a:pt x="275049" y="874050"/>
                  <a:pt x="85720" y="815163"/>
                </a:cubicBezTo>
                <a:lnTo>
                  <a:pt x="0" y="783789"/>
                </a:lnTo>
                <a:lnTo>
                  <a:pt x="282379" y="2367"/>
                </a:lnTo>
                <a:cubicBezTo>
                  <a:pt x="548342" y="98477"/>
                  <a:pt x="839692" y="97638"/>
                  <a:pt x="1105098" y="0"/>
                </a:cubicBezTo>
                <a:close/>
              </a:path>
            </a:pathLst>
          </a:cu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8D85206-FB61-5ED3-3FD5-E545ABBFD701}"/>
              </a:ext>
            </a:extLst>
          </p:cNvPr>
          <p:cNvGrpSpPr/>
          <p:nvPr/>
        </p:nvGrpSpPr>
        <p:grpSpPr>
          <a:xfrm>
            <a:off x="609441" y="2374613"/>
            <a:ext cx="2058547" cy="1291603"/>
            <a:chOff x="1003061" y="1449324"/>
            <a:chExt cx="1832720" cy="1291603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6F32DD0-6198-FFE0-7865-9207649DD80E}"/>
                </a:ext>
              </a:extLst>
            </p:cNvPr>
            <p:cNvSpPr txBox="1"/>
            <p:nvPr/>
          </p:nvSpPr>
          <p:spPr>
            <a:xfrm>
              <a:off x="1003061" y="2140628"/>
              <a:ext cx="1832720" cy="6002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 cultural idea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spreads from the hearth</a:t>
              </a:r>
              <a:endParaRPr lang="en-US" sz="1400" b="1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DFAB66A-FB18-C968-B618-83C76EBB2229}"/>
                </a:ext>
              </a:extLst>
            </p:cNvPr>
            <p:cNvSpPr txBox="1"/>
            <p:nvPr/>
          </p:nvSpPr>
          <p:spPr>
            <a:xfrm>
              <a:off x="1003061" y="1449324"/>
              <a:ext cx="1832720" cy="6002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 dirty="0">
                  <a:solidFill>
                    <a:schemeClr val="accent5"/>
                  </a:solidFill>
                </a:rPr>
                <a:t>Edit Text </a:t>
              </a:r>
              <a:br>
                <a:rPr lang="en-US" sz="2000" b="1" dirty="0">
                  <a:solidFill>
                    <a:schemeClr val="accent5"/>
                  </a:solidFill>
                </a:rPr>
              </a:br>
              <a:r>
                <a:rPr lang="en-US" sz="2000" b="1" dirty="0">
                  <a:solidFill>
                    <a:schemeClr val="accent5"/>
                  </a:solidFill>
                </a:rPr>
                <a:t>Here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4624032-0115-9C5F-3FC4-5E72E414E069}"/>
              </a:ext>
            </a:extLst>
          </p:cNvPr>
          <p:cNvGrpSpPr/>
          <p:nvPr/>
        </p:nvGrpSpPr>
        <p:grpSpPr>
          <a:xfrm>
            <a:off x="1229927" y="4424827"/>
            <a:ext cx="2208236" cy="1342331"/>
            <a:chOff x="1003061" y="1398596"/>
            <a:chExt cx="1832720" cy="134233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D73E5C7-910E-A84F-8AE8-DB8586DFA819}"/>
                </a:ext>
              </a:extLst>
            </p:cNvPr>
            <p:cNvSpPr txBox="1"/>
            <p:nvPr/>
          </p:nvSpPr>
          <p:spPr>
            <a:xfrm>
              <a:off x="1003061" y="2140628"/>
              <a:ext cx="1832720" cy="6002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 cultured idea is spread by migration</a:t>
              </a:r>
              <a:endParaRPr lang="en-US" sz="14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64305A8-76FB-1B6B-9629-F4654F592946}"/>
                </a:ext>
              </a:extLst>
            </p:cNvPr>
            <p:cNvSpPr txBox="1"/>
            <p:nvPr/>
          </p:nvSpPr>
          <p:spPr>
            <a:xfrm>
              <a:off x="1003061" y="1398596"/>
              <a:ext cx="1832720" cy="651025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 dirty="0">
                  <a:solidFill>
                    <a:schemeClr val="accent4"/>
                  </a:solidFill>
                </a:rPr>
                <a:t>Edit Text </a:t>
              </a:r>
              <a:br>
                <a:rPr lang="en-US" sz="2000" b="1" dirty="0">
                  <a:solidFill>
                    <a:schemeClr val="accent4"/>
                  </a:solidFill>
                </a:rPr>
              </a:br>
              <a:r>
                <a:rPr lang="en-US" sz="2000" b="1" dirty="0">
                  <a:solidFill>
                    <a:schemeClr val="accent4"/>
                  </a:solidFill>
                </a:rPr>
                <a:t>Here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15E0DC2-1B11-180C-F0C6-4A285E817288}"/>
              </a:ext>
            </a:extLst>
          </p:cNvPr>
          <p:cNvGrpSpPr/>
          <p:nvPr/>
        </p:nvGrpSpPr>
        <p:grpSpPr>
          <a:xfrm>
            <a:off x="4856641" y="5147007"/>
            <a:ext cx="2475542" cy="1131329"/>
            <a:chOff x="1003061" y="1443508"/>
            <a:chExt cx="1832720" cy="113132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91705E7-410A-BD95-6397-AE1751C44A6F}"/>
                </a:ext>
              </a:extLst>
            </p:cNvPr>
            <p:cNvSpPr txBox="1"/>
            <p:nvPr/>
          </p:nvSpPr>
          <p:spPr>
            <a:xfrm>
              <a:off x="1003061" y="2140628"/>
              <a:ext cx="1832720" cy="43420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 cultural idea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spreads quickly</a:t>
              </a:r>
              <a:endParaRPr lang="en-US" sz="14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A8280CB-2EFE-6BC6-D804-7286FCDB59B1}"/>
                </a:ext>
              </a:extLst>
            </p:cNvPr>
            <p:cNvSpPr txBox="1"/>
            <p:nvPr/>
          </p:nvSpPr>
          <p:spPr>
            <a:xfrm>
              <a:off x="1003061" y="1443508"/>
              <a:ext cx="1832720" cy="60611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000" b="1" dirty="0">
                  <a:solidFill>
                    <a:schemeClr val="accent3"/>
                  </a:solidFill>
                </a:rPr>
                <a:t>Edit Text</a:t>
              </a:r>
              <a:br>
                <a:rPr lang="en-US" sz="2000" b="1" dirty="0">
                  <a:solidFill>
                    <a:schemeClr val="accent3"/>
                  </a:solidFill>
                </a:rPr>
              </a:br>
              <a:r>
                <a:rPr lang="en-US" sz="2000" b="1" dirty="0">
                  <a:solidFill>
                    <a:schemeClr val="accent3"/>
                  </a:solidFill>
                </a:rPr>
                <a:t>Here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700BEC9-5394-2F5E-A133-6A82AE8C6D41}"/>
              </a:ext>
            </a:extLst>
          </p:cNvPr>
          <p:cNvGrpSpPr/>
          <p:nvPr/>
        </p:nvGrpSpPr>
        <p:grpSpPr>
          <a:xfrm>
            <a:off x="8425384" y="4469739"/>
            <a:ext cx="2208236" cy="1297419"/>
            <a:chOff x="1003061" y="1443508"/>
            <a:chExt cx="1832720" cy="1297419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C18C7E0-4722-272D-3480-0803BC6C200C}"/>
                </a:ext>
              </a:extLst>
            </p:cNvPr>
            <p:cNvSpPr txBox="1"/>
            <p:nvPr/>
          </p:nvSpPr>
          <p:spPr>
            <a:xfrm>
              <a:off x="1003061" y="2140628"/>
              <a:ext cx="1832720" cy="6002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 cultural idea spreads from</a:t>
              </a:r>
            </a:p>
            <a:p>
              <a:pPr algn="r"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 person or place of power</a:t>
              </a:r>
              <a:endParaRPr lang="en-US" sz="14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22823DD-D208-E209-FF14-284B575110CE}"/>
                </a:ext>
              </a:extLst>
            </p:cNvPr>
            <p:cNvSpPr txBox="1"/>
            <p:nvPr/>
          </p:nvSpPr>
          <p:spPr>
            <a:xfrm>
              <a:off x="1003061" y="1443508"/>
              <a:ext cx="1832720" cy="60611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2000" b="1" dirty="0">
                  <a:solidFill>
                    <a:schemeClr val="accent2"/>
                  </a:solidFill>
                </a:rPr>
                <a:t>Edit Text </a:t>
              </a:r>
              <a:br>
                <a:rPr lang="en-US" sz="2000" b="1" dirty="0">
                  <a:solidFill>
                    <a:schemeClr val="accent2"/>
                  </a:solidFill>
                </a:rPr>
              </a:br>
              <a:r>
                <a:rPr lang="en-US" sz="2000" b="1" dirty="0">
                  <a:solidFill>
                    <a:schemeClr val="accent2"/>
                  </a:solidFill>
                </a:rPr>
                <a:t>Here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9982321-D078-302F-A939-9DD023B839A1}"/>
              </a:ext>
            </a:extLst>
          </p:cNvPr>
          <p:cNvGrpSpPr/>
          <p:nvPr/>
        </p:nvGrpSpPr>
        <p:grpSpPr>
          <a:xfrm>
            <a:off x="9743863" y="2374613"/>
            <a:ext cx="1835521" cy="1291603"/>
            <a:chOff x="1003061" y="1449324"/>
            <a:chExt cx="1832720" cy="1291603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226CA45-7DDC-4DE2-3E53-B1FBCD98B527}"/>
                </a:ext>
              </a:extLst>
            </p:cNvPr>
            <p:cNvSpPr txBox="1"/>
            <p:nvPr/>
          </p:nvSpPr>
          <p:spPr>
            <a:xfrm>
              <a:off x="1003061" y="2140628"/>
              <a:ext cx="1832720" cy="6002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The spread of an underlying idea</a:t>
              </a:r>
              <a:endParaRPr lang="en-US" sz="14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8A51F0-8978-F998-8035-1719ED836A8E}"/>
                </a:ext>
              </a:extLst>
            </p:cNvPr>
            <p:cNvSpPr txBox="1"/>
            <p:nvPr/>
          </p:nvSpPr>
          <p:spPr>
            <a:xfrm>
              <a:off x="1003061" y="1449324"/>
              <a:ext cx="1832720" cy="6002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2000" b="1" dirty="0">
                  <a:solidFill>
                    <a:schemeClr val="accent1"/>
                  </a:solidFill>
                </a:rPr>
                <a:t>Edit Text </a:t>
              </a:r>
              <a:br>
                <a:rPr lang="en-US" sz="2000" b="1" dirty="0">
                  <a:solidFill>
                    <a:schemeClr val="accent1"/>
                  </a:solidFill>
                </a:rPr>
              </a:br>
              <a:r>
                <a:rPr lang="en-US" sz="2000" b="1" dirty="0">
                  <a:solidFill>
                    <a:schemeClr val="accent1"/>
                  </a:solidFill>
                </a:rPr>
                <a:t>Here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83CF30B-429E-B0AE-2C45-27455C798C0F}"/>
              </a:ext>
            </a:extLst>
          </p:cNvPr>
          <p:cNvGrpSpPr/>
          <p:nvPr/>
        </p:nvGrpSpPr>
        <p:grpSpPr>
          <a:xfrm>
            <a:off x="3518033" y="1615426"/>
            <a:ext cx="641880" cy="485314"/>
            <a:chOff x="11521941" y="4071110"/>
            <a:chExt cx="934035" cy="706209"/>
          </a:xfrm>
          <a:solidFill>
            <a:schemeClr val="bg1"/>
          </a:solidFill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FA7B286-012F-ED29-D3BB-FA779EEA34D5}"/>
                </a:ext>
              </a:extLst>
            </p:cNvPr>
            <p:cNvSpPr/>
            <p:nvPr/>
          </p:nvSpPr>
          <p:spPr>
            <a:xfrm>
              <a:off x="12027175" y="4461355"/>
              <a:ext cx="428801" cy="314325"/>
            </a:xfrm>
            <a:custGeom>
              <a:avLst/>
              <a:gdLst>
                <a:gd name="connsiteX0" fmla="*/ 283138 w 428801"/>
                <a:gd name="connsiteY0" fmla="*/ 12199 h 314325"/>
                <a:gd name="connsiteX1" fmla="*/ 269669 w 428801"/>
                <a:gd name="connsiteY1" fmla="*/ 12433 h 314325"/>
                <a:gd name="connsiteX2" fmla="*/ 269669 w 428801"/>
                <a:gd name="connsiteY2" fmla="*/ 25667 h 314325"/>
                <a:gd name="connsiteX3" fmla="*/ 396123 w 428801"/>
                <a:gd name="connsiteY3" fmla="*/ 152121 h 314325"/>
                <a:gd name="connsiteX4" fmla="*/ 396122 w 428801"/>
                <a:gd name="connsiteY4" fmla="*/ 152255 h 314325"/>
                <a:gd name="connsiteX5" fmla="*/ 396056 w 428801"/>
                <a:gd name="connsiteY5" fmla="*/ 152283 h 314325"/>
                <a:gd name="connsiteX6" fmla="*/ 240723 w 428801"/>
                <a:gd name="connsiteY6" fmla="*/ 152283 h 314325"/>
                <a:gd name="connsiteX7" fmla="*/ 112754 w 428801"/>
                <a:gd name="connsiteY7" fmla="*/ 99276 h 314325"/>
                <a:gd name="connsiteX8" fmla="*/ 16142 w 428801"/>
                <a:gd name="connsiteY8" fmla="*/ 2674 h 314325"/>
                <a:gd name="connsiteX9" fmla="*/ 2674 w 428801"/>
                <a:gd name="connsiteY9" fmla="*/ 2908 h 314325"/>
                <a:gd name="connsiteX10" fmla="*/ 2674 w 428801"/>
                <a:gd name="connsiteY10" fmla="*/ 16142 h 314325"/>
                <a:gd name="connsiteX11" fmla="*/ 99286 w 428801"/>
                <a:gd name="connsiteY11" fmla="*/ 112745 h 314325"/>
                <a:gd name="connsiteX12" fmla="*/ 240713 w 428801"/>
                <a:gd name="connsiteY12" fmla="*/ 171333 h 314325"/>
                <a:gd name="connsiteX13" fmla="*/ 396056 w 428801"/>
                <a:gd name="connsiteY13" fmla="*/ 171333 h 314325"/>
                <a:gd name="connsiteX14" fmla="*/ 396151 w 428801"/>
                <a:gd name="connsiteY14" fmla="*/ 171429 h 314325"/>
                <a:gd name="connsiteX15" fmla="*/ 396123 w 428801"/>
                <a:gd name="connsiteY15" fmla="*/ 171495 h 314325"/>
                <a:gd name="connsiteX16" fmla="*/ 269669 w 428801"/>
                <a:gd name="connsiteY16" fmla="*/ 297949 h 314325"/>
                <a:gd name="connsiteX17" fmla="*/ 269435 w 428801"/>
                <a:gd name="connsiteY17" fmla="*/ 311417 h 314325"/>
                <a:gd name="connsiteX18" fmla="*/ 282903 w 428801"/>
                <a:gd name="connsiteY18" fmla="*/ 311652 h 314325"/>
                <a:gd name="connsiteX19" fmla="*/ 283138 w 428801"/>
                <a:gd name="connsiteY19" fmla="*/ 311417 h 314325"/>
                <a:gd name="connsiteX20" fmla="*/ 426013 w 428801"/>
                <a:gd name="connsiteY20" fmla="*/ 168542 h 314325"/>
                <a:gd name="connsiteX21" fmla="*/ 426013 w 428801"/>
                <a:gd name="connsiteY21" fmla="*/ 15507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8801" h="314325">
                  <a:moveTo>
                    <a:pt x="283138" y="12199"/>
                  </a:moveTo>
                  <a:cubicBezTo>
                    <a:pt x="279353" y="8544"/>
                    <a:pt x="273324" y="8649"/>
                    <a:pt x="269669" y="12433"/>
                  </a:cubicBezTo>
                  <a:cubicBezTo>
                    <a:pt x="266104" y="16124"/>
                    <a:pt x="266104" y="21976"/>
                    <a:pt x="269669" y="25667"/>
                  </a:cubicBezTo>
                  <a:lnTo>
                    <a:pt x="396123" y="152121"/>
                  </a:lnTo>
                  <a:cubicBezTo>
                    <a:pt x="396160" y="152158"/>
                    <a:pt x="396159" y="152219"/>
                    <a:pt x="396122" y="152255"/>
                  </a:cubicBezTo>
                  <a:cubicBezTo>
                    <a:pt x="396104" y="152273"/>
                    <a:pt x="396081" y="152283"/>
                    <a:pt x="396056" y="152283"/>
                  </a:cubicBezTo>
                  <a:lnTo>
                    <a:pt x="240723" y="152283"/>
                  </a:lnTo>
                  <a:cubicBezTo>
                    <a:pt x="192725" y="152283"/>
                    <a:pt x="146694" y="133216"/>
                    <a:pt x="112754" y="99276"/>
                  </a:cubicBezTo>
                  <a:lnTo>
                    <a:pt x="16142" y="2674"/>
                  </a:lnTo>
                  <a:cubicBezTo>
                    <a:pt x="12358" y="-981"/>
                    <a:pt x="6329" y="-876"/>
                    <a:pt x="2674" y="2908"/>
                  </a:cubicBezTo>
                  <a:cubicBezTo>
                    <a:pt x="-891" y="6599"/>
                    <a:pt x="-891" y="12451"/>
                    <a:pt x="2674" y="16142"/>
                  </a:cubicBezTo>
                  <a:lnTo>
                    <a:pt x="99286" y="112745"/>
                  </a:lnTo>
                  <a:cubicBezTo>
                    <a:pt x="136709" y="150384"/>
                    <a:pt x="187637" y="171481"/>
                    <a:pt x="240713" y="171333"/>
                  </a:cubicBezTo>
                  <a:lnTo>
                    <a:pt x="396056" y="171333"/>
                  </a:lnTo>
                  <a:cubicBezTo>
                    <a:pt x="396109" y="171334"/>
                    <a:pt x="396151" y="171377"/>
                    <a:pt x="396151" y="171429"/>
                  </a:cubicBezTo>
                  <a:cubicBezTo>
                    <a:pt x="396150" y="171454"/>
                    <a:pt x="396140" y="171478"/>
                    <a:pt x="396123" y="171495"/>
                  </a:cubicBezTo>
                  <a:lnTo>
                    <a:pt x="269669" y="297949"/>
                  </a:lnTo>
                  <a:cubicBezTo>
                    <a:pt x="265885" y="301604"/>
                    <a:pt x="265780" y="307633"/>
                    <a:pt x="269435" y="311417"/>
                  </a:cubicBezTo>
                  <a:cubicBezTo>
                    <a:pt x="273090" y="315202"/>
                    <a:pt x="279120" y="315306"/>
                    <a:pt x="282903" y="311652"/>
                  </a:cubicBezTo>
                  <a:cubicBezTo>
                    <a:pt x="282983" y="311574"/>
                    <a:pt x="283060" y="311496"/>
                    <a:pt x="283138" y="311417"/>
                  </a:cubicBezTo>
                  <a:lnTo>
                    <a:pt x="426013" y="168542"/>
                  </a:lnTo>
                  <a:cubicBezTo>
                    <a:pt x="429731" y="164823"/>
                    <a:pt x="429731" y="158793"/>
                    <a:pt x="426013" y="155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6579972-3E24-B3D6-1390-CBED9590A712}"/>
                </a:ext>
              </a:extLst>
            </p:cNvPr>
            <p:cNvSpPr/>
            <p:nvPr/>
          </p:nvSpPr>
          <p:spPr>
            <a:xfrm flipH="1">
              <a:off x="11521941" y="4462994"/>
              <a:ext cx="428801" cy="314325"/>
            </a:xfrm>
            <a:custGeom>
              <a:avLst/>
              <a:gdLst>
                <a:gd name="connsiteX0" fmla="*/ 283138 w 428801"/>
                <a:gd name="connsiteY0" fmla="*/ 12199 h 314325"/>
                <a:gd name="connsiteX1" fmla="*/ 269669 w 428801"/>
                <a:gd name="connsiteY1" fmla="*/ 12433 h 314325"/>
                <a:gd name="connsiteX2" fmla="*/ 269669 w 428801"/>
                <a:gd name="connsiteY2" fmla="*/ 25667 h 314325"/>
                <a:gd name="connsiteX3" fmla="*/ 396123 w 428801"/>
                <a:gd name="connsiteY3" fmla="*/ 152121 h 314325"/>
                <a:gd name="connsiteX4" fmla="*/ 396122 w 428801"/>
                <a:gd name="connsiteY4" fmla="*/ 152255 h 314325"/>
                <a:gd name="connsiteX5" fmla="*/ 396056 w 428801"/>
                <a:gd name="connsiteY5" fmla="*/ 152283 h 314325"/>
                <a:gd name="connsiteX6" fmla="*/ 240723 w 428801"/>
                <a:gd name="connsiteY6" fmla="*/ 152283 h 314325"/>
                <a:gd name="connsiteX7" fmla="*/ 112754 w 428801"/>
                <a:gd name="connsiteY7" fmla="*/ 99276 h 314325"/>
                <a:gd name="connsiteX8" fmla="*/ 16142 w 428801"/>
                <a:gd name="connsiteY8" fmla="*/ 2674 h 314325"/>
                <a:gd name="connsiteX9" fmla="*/ 2674 w 428801"/>
                <a:gd name="connsiteY9" fmla="*/ 2908 h 314325"/>
                <a:gd name="connsiteX10" fmla="*/ 2674 w 428801"/>
                <a:gd name="connsiteY10" fmla="*/ 16142 h 314325"/>
                <a:gd name="connsiteX11" fmla="*/ 99286 w 428801"/>
                <a:gd name="connsiteY11" fmla="*/ 112745 h 314325"/>
                <a:gd name="connsiteX12" fmla="*/ 240713 w 428801"/>
                <a:gd name="connsiteY12" fmla="*/ 171333 h 314325"/>
                <a:gd name="connsiteX13" fmla="*/ 396056 w 428801"/>
                <a:gd name="connsiteY13" fmla="*/ 171333 h 314325"/>
                <a:gd name="connsiteX14" fmla="*/ 396151 w 428801"/>
                <a:gd name="connsiteY14" fmla="*/ 171429 h 314325"/>
                <a:gd name="connsiteX15" fmla="*/ 396123 w 428801"/>
                <a:gd name="connsiteY15" fmla="*/ 171495 h 314325"/>
                <a:gd name="connsiteX16" fmla="*/ 269669 w 428801"/>
                <a:gd name="connsiteY16" fmla="*/ 297949 h 314325"/>
                <a:gd name="connsiteX17" fmla="*/ 269435 w 428801"/>
                <a:gd name="connsiteY17" fmla="*/ 311417 h 314325"/>
                <a:gd name="connsiteX18" fmla="*/ 282903 w 428801"/>
                <a:gd name="connsiteY18" fmla="*/ 311652 h 314325"/>
                <a:gd name="connsiteX19" fmla="*/ 283138 w 428801"/>
                <a:gd name="connsiteY19" fmla="*/ 311417 h 314325"/>
                <a:gd name="connsiteX20" fmla="*/ 426013 w 428801"/>
                <a:gd name="connsiteY20" fmla="*/ 168542 h 314325"/>
                <a:gd name="connsiteX21" fmla="*/ 426013 w 428801"/>
                <a:gd name="connsiteY21" fmla="*/ 15507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8801" h="314325">
                  <a:moveTo>
                    <a:pt x="283138" y="12199"/>
                  </a:moveTo>
                  <a:cubicBezTo>
                    <a:pt x="279353" y="8544"/>
                    <a:pt x="273324" y="8649"/>
                    <a:pt x="269669" y="12433"/>
                  </a:cubicBezTo>
                  <a:cubicBezTo>
                    <a:pt x="266104" y="16124"/>
                    <a:pt x="266104" y="21976"/>
                    <a:pt x="269669" y="25667"/>
                  </a:cubicBezTo>
                  <a:lnTo>
                    <a:pt x="396123" y="152121"/>
                  </a:lnTo>
                  <a:cubicBezTo>
                    <a:pt x="396160" y="152158"/>
                    <a:pt x="396159" y="152219"/>
                    <a:pt x="396122" y="152255"/>
                  </a:cubicBezTo>
                  <a:cubicBezTo>
                    <a:pt x="396104" y="152273"/>
                    <a:pt x="396081" y="152283"/>
                    <a:pt x="396056" y="152283"/>
                  </a:cubicBezTo>
                  <a:lnTo>
                    <a:pt x="240723" y="152283"/>
                  </a:lnTo>
                  <a:cubicBezTo>
                    <a:pt x="192725" y="152283"/>
                    <a:pt x="146694" y="133216"/>
                    <a:pt x="112754" y="99276"/>
                  </a:cubicBezTo>
                  <a:lnTo>
                    <a:pt x="16142" y="2674"/>
                  </a:lnTo>
                  <a:cubicBezTo>
                    <a:pt x="12358" y="-981"/>
                    <a:pt x="6329" y="-876"/>
                    <a:pt x="2674" y="2908"/>
                  </a:cubicBezTo>
                  <a:cubicBezTo>
                    <a:pt x="-891" y="6599"/>
                    <a:pt x="-891" y="12451"/>
                    <a:pt x="2674" y="16142"/>
                  </a:cubicBezTo>
                  <a:lnTo>
                    <a:pt x="99286" y="112745"/>
                  </a:lnTo>
                  <a:cubicBezTo>
                    <a:pt x="136709" y="150384"/>
                    <a:pt x="187637" y="171481"/>
                    <a:pt x="240713" y="171333"/>
                  </a:cubicBezTo>
                  <a:lnTo>
                    <a:pt x="396056" y="171333"/>
                  </a:lnTo>
                  <a:cubicBezTo>
                    <a:pt x="396109" y="171334"/>
                    <a:pt x="396151" y="171377"/>
                    <a:pt x="396151" y="171429"/>
                  </a:cubicBezTo>
                  <a:cubicBezTo>
                    <a:pt x="396150" y="171454"/>
                    <a:pt x="396140" y="171478"/>
                    <a:pt x="396123" y="171495"/>
                  </a:cubicBezTo>
                  <a:lnTo>
                    <a:pt x="269669" y="297949"/>
                  </a:lnTo>
                  <a:cubicBezTo>
                    <a:pt x="265885" y="301604"/>
                    <a:pt x="265780" y="307633"/>
                    <a:pt x="269435" y="311417"/>
                  </a:cubicBezTo>
                  <a:cubicBezTo>
                    <a:pt x="273090" y="315202"/>
                    <a:pt x="279120" y="315306"/>
                    <a:pt x="282903" y="311652"/>
                  </a:cubicBezTo>
                  <a:cubicBezTo>
                    <a:pt x="282983" y="311574"/>
                    <a:pt x="283060" y="311496"/>
                    <a:pt x="283138" y="311417"/>
                  </a:cubicBezTo>
                  <a:lnTo>
                    <a:pt x="426013" y="168542"/>
                  </a:lnTo>
                  <a:cubicBezTo>
                    <a:pt x="429731" y="164823"/>
                    <a:pt x="429731" y="158793"/>
                    <a:pt x="426013" y="155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800DCB0-DCD1-531E-1F5C-D6AE5D058232}"/>
                </a:ext>
              </a:extLst>
            </p:cNvPr>
            <p:cNvSpPr/>
            <p:nvPr/>
          </p:nvSpPr>
          <p:spPr>
            <a:xfrm flipH="1" flipV="1">
              <a:off x="11521941" y="4071110"/>
              <a:ext cx="428801" cy="314325"/>
            </a:xfrm>
            <a:custGeom>
              <a:avLst/>
              <a:gdLst>
                <a:gd name="connsiteX0" fmla="*/ 283138 w 428801"/>
                <a:gd name="connsiteY0" fmla="*/ 12199 h 314325"/>
                <a:gd name="connsiteX1" fmla="*/ 269669 w 428801"/>
                <a:gd name="connsiteY1" fmla="*/ 12433 h 314325"/>
                <a:gd name="connsiteX2" fmla="*/ 269669 w 428801"/>
                <a:gd name="connsiteY2" fmla="*/ 25667 h 314325"/>
                <a:gd name="connsiteX3" fmla="*/ 396123 w 428801"/>
                <a:gd name="connsiteY3" fmla="*/ 152121 h 314325"/>
                <a:gd name="connsiteX4" fmla="*/ 396122 w 428801"/>
                <a:gd name="connsiteY4" fmla="*/ 152255 h 314325"/>
                <a:gd name="connsiteX5" fmla="*/ 396056 w 428801"/>
                <a:gd name="connsiteY5" fmla="*/ 152283 h 314325"/>
                <a:gd name="connsiteX6" fmla="*/ 240723 w 428801"/>
                <a:gd name="connsiteY6" fmla="*/ 152283 h 314325"/>
                <a:gd name="connsiteX7" fmla="*/ 112754 w 428801"/>
                <a:gd name="connsiteY7" fmla="*/ 99276 h 314325"/>
                <a:gd name="connsiteX8" fmla="*/ 16142 w 428801"/>
                <a:gd name="connsiteY8" fmla="*/ 2674 h 314325"/>
                <a:gd name="connsiteX9" fmla="*/ 2674 w 428801"/>
                <a:gd name="connsiteY9" fmla="*/ 2908 h 314325"/>
                <a:gd name="connsiteX10" fmla="*/ 2674 w 428801"/>
                <a:gd name="connsiteY10" fmla="*/ 16142 h 314325"/>
                <a:gd name="connsiteX11" fmla="*/ 99286 w 428801"/>
                <a:gd name="connsiteY11" fmla="*/ 112745 h 314325"/>
                <a:gd name="connsiteX12" fmla="*/ 240713 w 428801"/>
                <a:gd name="connsiteY12" fmla="*/ 171333 h 314325"/>
                <a:gd name="connsiteX13" fmla="*/ 396056 w 428801"/>
                <a:gd name="connsiteY13" fmla="*/ 171333 h 314325"/>
                <a:gd name="connsiteX14" fmla="*/ 396151 w 428801"/>
                <a:gd name="connsiteY14" fmla="*/ 171429 h 314325"/>
                <a:gd name="connsiteX15" fmla="*/ 396123 w 428801"/>
                <a:gd name="connsiteY15" fmla="*/ 171495 h 314325"/>
                <a:gd name="connsiteX16" fmla="*/ 269669 w 428801"/>
                <a:gd name="connsiteY16" fmla="*/ 297949 h 314325"/>
                <a:gd name="connsiteX17" fmla="*/ 269435 w 428801"/>
                <a:gd name="connsiteY17" fmla="*/ 311417 h 314325"/>
                <a:gd name="connsiteX18" fmla="*/ 282903 w 428801"/>
                <a:gd name="connsiteY18" fmla="*/ 311652 h 314325"/>
                <a:gd name="connsiteX19" fmla="*/ 283138 w 428801"/>
                <a:gd name="connsiteY19" fmla="*/ 311417 h 314325"/>
                <a:gd name="connsiteX20" fmla="*/ 426013 w 428801"/>
                <a:gd name="connsiteY20" fmla="*/ 168542 h 314325"/>
                <a:gd name="connsiteX21" fmla="*/ 426013 w 428801"/>
                <a:gd name="connsiteY21" fmla="*/ 15507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8801" h="314325">
                  <a:moveTo>
                    <a:pt x="283138" y="12199"/>
                  </a:moveTo>
                  <a:cubicBezTo>
                    <a:pt x="279353" y="8544"/>
                    <a:pt x="273324" y="8649"/>
                    <a:pt x="269669" y="12433"/>
                  </a:cubicBezTo>
                  <a:cubicBezTo>
                    <a:pt x="266104" y="16124"/>
                    <a:pt x="266104" y="21976"/>
                    <a:pt x="269669" y="25667"/>
                  </a:cubicBezTo>
                  <a:lnTo>
                    <a:pt x="396123" y="152121"/>
                  </a:lnTo>
                  <a:cubicBezTo>
                    <a:pt x="396160" y="152158"/>
                    <a:pt x="396159" y="152219"/>
                    <a:pt x="396122" y="152255"/>
                  </a:cubicBezTo>
                  <a:cubicBezTo>
                    <a:pt x="396104" y="152273"/>
                    <a:pt x="396081" y="152283"/>
                    <a:pt x="396056" y="152283"/>
                  </a:cubicBezTo>
                  <a:lnTo>
                    <a:pt x="240723" y="152283"/>
                  </a:lnTo>
                  <a:cubicBezTo>
                    <a:pt x="192725" y="152283"/>
                    <a:pt x="146694" y="133216"/>
                    <a:pt x="112754" y="99276"/>
                  </a:cubicBezTo>
                  <a:lnTo>
                    <a:pt x="16142" y="2674"/>
                  </a:lnTo>
                  <a:cubicBezTo>
                    <a:pt x="12358" y="-981"/>
                    <a:pt x="6329" y="-876"/>
                    <a:pt x="2674" y="2908"/>
                  </a:cubicBezTo>
                  <a:cubicBezTo>
                    <a:pt x="-891" y="6599"/>
                    <a:pt x="-891" y="12451"/>
                    <a:pt x="2674" y="16142"/>
                  </a:cubicBezTo>
                  <a:lnTo>
                    <a:pt x="99286" y="112745"/>
                  </a:lnTo>
                  <a:cubicBezTo>
                    <a:pt x="136709" y="150384"/>
                    <a:pt x="187637" y="171481"/>
                    <a:pt x="240713" y="171333"/>
                  </a:cubicBezTo>
                  <a:lnTo>
                    <a:pt x="396056" y="171333"/>
                  </a:lnTo>
                  <a:cubicBezTo>
                    <a:pt x="396109" y="171334"/>
                    <a:pt x="396151" y="171377"/>
                    <a:pt x="396151" y="171429"/>
                  </a:cubicBezTo>
                  <a:cubicBezTo>
                    <a:pt x="396150" y="171454"/>
                    <a:pt x="396140" y="171478"/>
                    <a:pt x="396123" y="171495"/>
                  </a:cubicBezTo>
                  <a:lnTo>
                    <a:pt x="269669" y="297949"/>
                  </a:lnTo>
                  <a:cubicBezTo>
                    <a:pt x="265885" y="301604"/>
                    <a:pt x="265780" y="307633"/>
                    <a:pt x="269435" y="311417"/>
                  </a:cubicBezTo>
                  <a:cubicBezTo>
                    <a:pt x="273090" y="315202"/>
                    <a:pt x="279120" y="315306"/>
                    <a:pt x="282903" y="311652"/>
                  </a:cubicBezTo>
                  <a:cubicBezTo>
                    <a:pt x="282983" y="311574"/>
                    <a:pt x="283060" y="311496"/>
                    <a:pt x="283138" y="311417"/>
                  </a:cubicBezTo>
                  <a:lnTo>
                    <a:pt x="426013" y="168542"/>
                  </a:lnTo>
                  <a:cubicBezTo>
                    <a:pt x="429731" y="164823"/>
                    <a:pt x="429731" y="158793"/>
                    <a:pt x="426013" y="155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A367E4F-5B1A-A0EC-32F2-AFDDA4C5E656}"/>
                </a:ext>
              </a:extLst>
            </p:cNvPr>
            <p:cNvSpPr/>
            <p:nvPr/>
          </p:nvSpPr>
          <p:spPr>
            <a:xfrm flipV="1">
              <a:off x="12022683" y="4071110"/>
              <a:ext cx="428801" cy="314325"/>
            </a:xfrm>
            <a:custGeom>
              <a:avLst/>
              <a:gdLst>
                <a:gd name="connsiteX0" fmla="*/ 283138 w 428801"/>
                <a:gd name="connsiteY0" fmla="*/ 12199 h 314325"/>
                <a:gd name="connsiteX1" fmla="*/ 269669 w 428801"/>
                <a:gd name="connsiteY1" fmla="*/ 12433 h 314325"/>
                <a:gd name="connsiteX2" fmla="*/ 269669 w 428801"/>
                <a:gd name="connsiteY2" fmla="*/ 25667 h 314325"/>
                <a:gd name="connsiteX3" fmla="*/ 396123 w 428801"/>
                <a:gd name="connsiteY3" fmla="*/ 152121 h 314325"/>
                <a:gd name="connsiteX4" fmla="*/ 396122 w 428801"/>
                <a:gd name="connsiteY4" fmla="*/ 152255 h 314325"/>
                <a:gd name="connsiteX5" fmla="*/ 396056 w 428801"/>
                <a:gd name="connsiteY5" fmla="*/ 152283 h 314325"/>
                <a:gd name="connsiteX6" fmla="*/ 240723 w 428801"/>
                <a:gd name="connsiteY6" fmla="*/ 152283 h 314325"/>
                <a:gd name="connsiteX7" fmla="*/ 112754 w 428801"/>
                <a:gd name="connsiteY7" fmla="*/ 99276 h 314325"/>
                <a:gd name="connsiteX8" fmla="*/ 16142 w 428801"/>
                <a:gd name="connsiteY8" fmla="*/ 2674 h 314325"/>
                <a:gd name="connsiteX9" fmla="*/ 2674 w 428801"/>
                <a:gd name="connsiteY9" fmla="*/ 2908 h 314325"/>
                <a:gd name="connsiteX10" fmla="*/ 2674 w 428801"/>
                <a:gd name="connsiteY10" fmla="*/ 16142 h 314325"/>
                <a:gd name="connsiteX11" fmla="*/ 99286 w 428801"/>
                <a:gd name="connsiteY11" fmla="*/ 112745 h 314325"/>
                <a:gd name="connsiteX12" fmla="*/ 240713 w 428801"/>
                <a:gd name="connsiteY12" fmla="*/ 171333 h 314325"/>
                <a:gd name="connsiteX13" fmla="*/ 396056 w 428801"/>
                <a:gd name="connsiteY13" fmla="*/ 171333 h 314325"/>
                <a:gd name="connsiteX14" fmla="*/ 396151 w 428801"/>
                <a:gd name="connsiteY14" fmla="*/ 171429 h 314325"/>
                <a:gd name="connsiteX15" fmla="*/ 396123 w 428801"/>
                <a:gd name="connsiteY15" fmla="*/ 171495 h 314325"/>
                <a:gd name="connsiteX16" fmla="*/ 269669 w 428801"/>
                <a:gd name="connsiteY16" fmla="*/ 297949 h 314325"/>
                <a:gd name="connsiteX17" fmla="*/ 269435 w 428801"/>
                <a:gd name="connsiteY17" fmla="*/ 311417 h 314325"/>
                <a:gd name="connsiteX18" fmla="*/ 282903 w 428801"/>
                <a:gd name="connsiteY18" fmla="*/ 311652 h 314325"/>
                <a:gd name="connsiteX19" fmla="*/ 283138 w 428801"/>
                <a:gd name="connsiteY19" fmla="*/ 311417 h 314325"/>
                <a:gd name="connsiteX20" fmla="*/ 426013 w 428801"/>
                <a:gd name="connsiteY20" fmla="*/ 168542 h 314325"/>
                <a:gd name="connsiteX21" fmla="*/ 426013 w 428801"/>
                <a:gd name="connsiteY21" fmla="*/ 15507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8801" h="314325">
                  <a:moveTo>
                    <a:pt x="283138" y="12199"/>
                  </a:moveTo>
                  <a:cubicBezTo>
                    <a:pt x="279353" y="8544"/>
                    <a:pt x="273324" y="8649"/>
                    <a:pt x="269669" y="12433"/>
                  </a:cubicBezTo>
                  <a:cubicBezTo>
                    <a:pt x="266104" y="16124"/>
                    <a:pt x="266104" y="21976"/>
                    <a:pt x="269669" y="25667"/>
                  </a:cubicBezTo>
                  <a:lnTo>
                    <a:pt x="396123" y="152121"/>
                  </a:lnTo>
                  <a:cubicBezTo>
                    <a:pt x="396160" y="152158"/>
                    <a:pt x="396159" y="152219"/>
                    <a:pt x="396122" y="152255"/>
                  </a:cubicBezTo>
                  <a:cubicBezTo>
                    <a:pt x="396104" y="152273"/>
                    <a:pt x="396081" y="152283"/>
                    <a:pt x="396056" y="152283"/>
                  </a:cubicBezTo>
                  <a:lnTo>
                    <a:pt x="240723" y="152283"/>
                  </a:lnTo>
                  <a:cubicBezTo>
                    <a:pt x="192725" y="152283"/>
                    <a:pt x="146694" y="133216"/>
                    <a:pt x="112754" y="99276"/>
                  </a:cubicBezTo>
                  <a:lnTo>
                    <a:pt x="16142" y="2674"/>
                  </a:lnTo>
                  <a:cubicBezTo>
                    <a:pt x="12358" y="-981"/>
                    <a:pt x="6329" y="-876"/>
                    <a:pt x="2674" y="2908"/>
                  </a:cubicBezTo>
                  <a:cubicBezTo>
                    <a:pt x="-891" y="6599"/>
                    <a:pt x="-891" y="12451"/>
                    <a:pt x="2674" y="16142"/>
                  </a:cubicBezTo>
                  <a:lnTo>
                    <a:pt x="99286" y="112745"/>
                  </a:lnTo>
                  <a:cubicBezTo>
                    <a:pt x="136709" y="150384"/>
                    <a:pt x="187637" y="171481"/>
                    <a:pt x="240713" y="171333"/>
                  </a:cubicBezTo>
                  <a:lnTo>
                    <a:pt x="396056" y="171333"/>
                  </a:lnTo>
                  <a:cubicBezTo>
                    <a:pt x="396109" y="171334"/>
                    <a:pt x="396151" y="171377"/>
                    <a:pt x="396151" y="171429"/>
                  </a:cubicBezTo>
                  <a:cubicBezTo>
                    <a:pt x="396150" y="171454"/>
                    <a:pt x="396140" y="171478"/>
                    <a:pt x="396123" y="171495"/>
                  </a:cubicBezTo>
                  <a:lnTo>
                    <a:pt x="269669" y="297949"/>
                  </a:lnTo>
                  <a:cubicBezTo>
                    <a:pt x="265885" y="301604"/>
                    <a:pt x="265780" y="307633"/>
                    <a:pt x="269435" y="311417"/>
                  </a:cubicBezTo>
                  <a:cubicBezTo>
                    <a:pt x="273090" y="315202"/>
                    <a:pt x="279120" y="315306"/>
                    <a:pt x="282903" y="311652"/>
                  </a:cubicBezTo>
                  <a:cubicBezTo>
                    <a:pt x="282983" y="311574"/>
                    <a:pt x="283060" y="311496"/>
                    <a:pt x="283138" y="311417"/>
                  </a:cubicBezTo>
                  <a:lnTo>
                    <a:pt x="426013" y="168542"/>
                  </a:lnTo>
                  <a:cubicBezTo>
                    <a:pt x="429731" y="164823"/>
                    <a:pt x="429731" y="158793"/>
                    <a:pt x="426013" y="155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BFE73EB-CD14-F116-34AD-F23B1CEDB8D1}"/>
              </a:ext>
            </a:extLst>
          </p:cNvPr>
          <p:cNvGrpSpPr/>
          <p:nvPr/>
        </p:nvGrpSpPr>
        <p:grpSpPr>
          <a:xfrm>
            <a:off x="4159036" y="3052368"/>
            <a:ext cx="715944" cy="507894"/>
            <a:chOff x="10173954" y="1160261"/>
            <a:chExt cx="819033" cy="581026"/>
          </a:xfrm>
          <a:solidFill>
            <a:schemeClr val="bg1"/>
          </a:solidFill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F9DD9D22-D15A-C736-4B89-F0D97E64180A}"/>
                </a:ext>
              </a:extLst>
            </p:cNvPr>
            <p:cNvGrpSpPr/>
            <p:nvPr/>
          </p:nvGrpSpPr>
          <p:grpSpPr>
            <a:xfrm>
              <a:off x="10560957" y="1354267"/>
              <a:ext cx="196410" cy="318972"/>
              <a:chOff x="11645188" y="638606"/>
              <a:chExt cx="196410" cy="318972"/>
            </a:xfrm>
            <a:grpFill/>
          </p:grpSpPr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D566F640-D1BA-30E1-7B17-1E78BF43D56C}"/>
                  </a:ext>
                </a:extLst>
              </p:cNvPr>
              <p:cNvSpPr/>
              <p:nvPr/>
            </p:nvSpPr>
            <p:spPr>
              <a:xfrm>
                <a:off x="11645188" y="638606"/>
                <a:ext cx="196410" cy="318972"/>
              </a:xfrm>
              <a:custGeom>
                <a:avLst/>
                <a:gdLst>
                  <a:gd name="connsiteX0" fmla="*/ 179354 w 196410"/>
                  <a:gd name="connsiteY0" fmla="*/ 43164 h 318972"/>
                  <a:gd name="connsiteX1" fmla="*/ 43485 w 196410"/>
                  <a:gd name="connsiteY1" fmla="*/ 16736 h 318972"/>
                  <a:gd name="connsiteX2" fmla="*/ 17057 w 196410"/>
                  <a:gd name="connsiteY2" fmla="*/ 43164 h 318972"/>
                  <a:gd name="connsiteX3" fmla="*/ 6738 w 196410"/>
                  <a:gd name="connsiteY3" fmla="*/ 134629 h 318972"/>
                  <a:gd name="connsiteX4" fmla="*/ 51299 w 196410"/>
                  <a:gd name="connsiteY4" fmla="*/ 233133 h 318972"/>
                  <a:gd name="connsiteX5" fmla="*/ 89763 w 196410"/>
                  <a:gd name="connsiteY5" fmla="*/ 313810 h 318972"/>
                  <a:gd name="connsiteX6" fmla="*/ 102532 w 196410"/>
                  <a:gd name="connsiteY6" fmla="*/ 317927 h 318972"/>
                  <a:gd name="connsiteX7" fmla="*/ 106648 w 196410"/>
                  <a:gd name="connsiteY7" fmla="*/ 313810 h 318972"/>
                  <a:gd name="connsiteX8" fmla="*/ 145111 w 196410"/>
                  <a:gd name="connsiteY8" fmla="*/ 233133 h 318972"/>
                  <a:gd name="connsiteX9" fmla="*/ 189672 w 196410"/>
                  <a:gd name="connsiteY9" fmla="*/ 134629 h 318972"/>
                  <a:gd name="connsiteX10" fmla="*/ 179354 w 196410"/>
                  <a:gd name="connsiteY10" fmla="*/ 43164 h 318972"/>
                  <a:gd name="connsiteX11" fmla="*/ 172077 w 196410"/>
                  <a:gd name="connsiteY11" fmla="*/ 127304 h 318972"/>
                  <a:gd name="connsiteX12" fmla="*/ 127919 w 196410"/>
                  <a:gd name="connsiteY12" fmla="*/ 224935 h 318972"/>
                  <a:gd name="connsiteX13" fmla="*/ 98296 w 196410"/>
                  <a:gd name="connsiteY13" fmla="*/ 287074 h 318972"/>
                  <a:gd name="connsiteX14" fmla="*/ 98124 w 196410"/>
                  <a:gd name="connsiteY14" fmla="*/ 287074 h 318972"/>
                  <a:gd name="connsiteX15" fmla="*/ 68654 w 196410"/>
                  <a:gd name="connsiteY15" fmla="*/ 225283 h 318972"/>
                  <a:gd name="connsiteX16" fmla="*/ 24332 w 196410"/>
                  <a:gd name="connsiteY16" fmla="*/ 127304 h 318972"/>
                  <a:gd name="connsiteX17" fmla="*/ 32865 w 196410"/>
                  <a:gd name="connsiteY17" fmla="*/ 53792 h 318972"/>
                  <a:gd name="connsiteX18" fmla="*/ 142297 w 196410"/>
                  <a:gd name="connsiteY18" fmla="*/ 32544 h 318972"/>
                  <a:gd name="connsiteX19" fmla="*/ 163630 w 196410"/>
                  <a:gd name="connsiteY19" fmla="*/ 53919 h 318972"/>
                  <a:gd name="connsiteX20" fmla="*/ 172077 w 196410"/>
                  <a:gd name="connsiteY20" fmla="*/ 127304 h 318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6410" h="318972">
                    <a:moveTo>
                      <a:pt x="179354" y="43164"/>
                    </a:moveTo>
                    <a:cubicBezTo>
                      <a:pt x="149133" y="-1653"/>
                      <a:pt x="88302" y="-13485"/>
                      <a:pt x="43485" y="16736"/>
                    </a:cubicBezTo>
                    <a:cubicBezTo>
                      <a:pt x="33060" y="23766"/>
                      <a:pt x="24088" y="32739"/>
                      <a:pt x="17057" y="43164"/>
                    </a:cubicBezTo>
                    <a:cubicBezTo>
                      <a:pt x="-1204" y="70104"/>
                      <a:pt x="-5062" y="104298"/>
                      <a:pt x="6738" y="134629"/>
                    </a:cubicBezTo>
                    <a:lnTo>
                      <a:pt x="51299" y="233133"/>
                    </a:lnTo>
                    <a:lnTo>
                      <a:pt x="89763" y="313810"/>
                    </a:lnTo>
                    <a:cubicBezTo>
                      <a:pt x="92152" y="318472"/>
                      <a:pt x="97869" y="320316"/>
                      <a:pt x="102532" y="317927"/>
                    </a:cubicBezTo>
                    <a:cubicBezTo>
                      <a:pt x="104302" y="317020"/>
                      <a:pt x="105742" y="315580"/>
                      <a:pt x="106648" y="313810"/>
                    </a:cubicBezTo>
                    <a:lnTo>
                      <a:pt x="145111" y="233133"/>
                    </a:lnTo>
                    <a:lnTo>
                      <a:pt x="189672" y="134629"/>
                    </a:lnTo>
                    <a:cubicBezTo>
                      <a:pt x="201473" y="104298"/>
                      <a:pt x="197615" y="70104"/>
                      <a:pt x="179354" y="43164"/>
                    </a:cubicBezTo>
                    <a:close/>
                    <a:moveTo>
                      <a:pt x="172077" y="127304"/>
                    </a:moveTo>
                    <a:lnTo>
                      <a:pt x="127919" y="224935"/>
                    </a:lnTo>
                    <a:lnTo>
                      <a:pt x="98296" y="287074"/>
                    </a:lnTo>
                    <a:cubicBezTo>
                      <a:pt x="98248" y="287169"/>
                      <a:pt x="98171" y="287169"/>
                      <a:pt x="98124" y="287074"/>
                    </a:cubicBezTo>
                    <a:lnTo>
                      <a:pt x="68654" y="225283"/>
                    </a:lnTo>
                    <a:lnTo>
                      <a:pt x="24332" y="127304"/>
                    </a:lnTo>
                    <a:cubicBezTo>
                      <a:pt x="14987" y="102879"/>
                      <a:pt x="18173" y="75427"/>
                      <a:pt x="32865" y="53792"/>
                    </a:cubicBezTo>
                    <a:cubicBezTo>
                      <a:pt x="57217" y="17706"/>
                      <a:pt x="106211" y="8193"/>
                      <a:pt x="142297" y="32544"/>
                    </a:cubicBezTo>
                    <a:cubicBezTo>
                      <a:pt x="150719" y="38228"/>
                      <a:pt x="157963" y="45486"/>
                      <a:pt x="163630" y="53919"/>
                    </a:cubicBezTo>
                    <a:cubicBezTo>
                      <a:pt x="178260" y="75534"/>
                      <a:pt x="181414" y="102930"/>
                      <a:pt x="172077" y="1273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DF75F63-F8C8-248F-5BFC-C80A34E815B4}"/>
                  </a:ext>
                </a:extLst>
              </p:cNvPr>
              <p:cNvSpPr/>
              <p:nvPr/>
            </p:nvSpPr>
            <p:spPr>
              <a:xfrm>
                <a:off x="11701175" y="694904"/>
                <a:ext cx="84430" cy="84430"/>
              </a:xfrm>
              <a:custGeom>
                <a:avLst/>
                <a:gdLst>
                  <a:gd name="connsiteX0" fmla="*/ 42214 w 84430"/>
                  <a:gd name="connsiteY0" fmla="*/ 1 h 84430"/>
                  <a:gd name="connsiteX1" fmla="*/ 0 w 84430"/>
                  <a:gd name="connsiteY1" fmla="*/ 42216 h 84430"/>
                  <a:gd name="connsiteX2" fmla="*/ 42216 w 84430"/>
                  <a:gd name="connsiteY2" fmla="*/ 84430 h 84430"/>
                  <a:gd name="connsiteX3" fmla="*/ 84430 w 84430"/>
                  <a:gd name="connsiteY3" fmla="*/ 42216 h 84430"/>
                  <a:gd name="connsiteX4" fmla="*/ 42567 w 84430"/>
                  <a:gd name="connsiteY4" fmla="*/ 1 h 84430"/>
                  <a:gd name="connsiteX5" fmla="*/ 42214 w 84430"/>
                  <a:gd name="connsiteY5" fmla="*/ 1 h 84430"/>
                  <a:gd name="connsiteX6" fmla="*/ 42214 w 84430"/>
                  <a:gd name="connsiteY6" fmla="*/ 65380 h 84430"/>
                  <a:gd name="connsiteX7" fmla="*/ 19050 w 84430"/>
                  <a:gd name="connsiteY7" fmla="*/ 42215 h 84430"/>
                  <a:gd name="connsiteX8" fmla="*/ 42216 w 84430"/>
                  <a:gd name="connsiteY8" fmla="*/ 19051 h 84430"/>
                  <a:gd name="connsiteX9" fmla="*/ 65380 w 84430"/>
                  <a:gd name="connsiteY9" fmla="*/ 42216 h 84430"/>
                  <a:gd name="connsiteX10" fmla="*/ 42710 w 84430"/>
                  <a:gd name="connsiteY10" fmla="*/ 65380 h 84430"/>
                  <a:gd name="connsiteX11" fmla="*/ 42214 w 84430"/>
                  <a:gd name="connsiteY11" fmla="*/ 65380 h 84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430" h="84430">
                    <a:moveTo>
                      <a:pt x="42214" y="1"/>
                    </a:moveTo>
                    <a:cubicBezTo>
                      <a:pt x="18900" y="2"/>
                      <a:pt x="-1" y="18902"/>
                      <a:pt x="0" y="42216"/>
                    </a:cubicBezTo>
                    <a:cubicBezTo>
                      <a:pt x="1" y="65531"/>
                      <a:pt x="18901" y="84431"/>
                      <a:pt x="42216" y="84430"/>
                    </a:cubicBezTo>
                    <a:cubicBezTo>
                      <a:pt x="65529" y="84429"/>
                      <a:pt x="84429" y="65530"/>
                      <a:pt x="84430" y="42216"/>
                    </a:cubicBezTo>
                    <a:cubicBezTo>
                      <a:pt x="84527" y="18999"/>
                      <a:pt x="65784" y="98"/>
                      <a:pt x="42567" y="1"/>
                    </a:cubicBezTo>
                    <a:cubicBezTo>
                      <a:pt x="42449" y="0"/>
                      <a:pt x="42332" y="0"/>
                      <a:pt x="42214" y="1"/>
                    </a:cubicBezTo>
                    <a:close/>
                    <a:moveTo>
                      <a:pt x="42214" y="65380"/>
                    </a:moveTo>
                    <a:cubicBezTo>
                      <a:pt x="29420" y="65379"/>
                      <a:pt x="19049" y="55009"/>
                      <a:pt x="19050" y="42215"/>
                    </a:cubicBezTo>
                    <a:cubicBezTo>
                      <a:pt x="19051" y="29421"/>
                      <a:pt x="29422" y="19050"/>
                      <a:pt x="42216" y="19051"/>
                    </a:cubicBezTo>
                    <a:cubicBezTo>
                      <a:pt x="55009" y="19052"/>
                      <a:pt x="65380" y="29422"/>
                      <a:pt x="65380" y="42216"/>
                    </a:cubicBezTo>
                    <a:cubicBezTo>
                      <a:pt x="65516" y="54873"/>
                      <a:pt x="55366" y="65244"/>
                      <a:pt x="42710" y="65380"/>
                    </a:cubicBezTo>
                    <a:cubicBezTo>
                      <a:pt x="42544" y="65382"/>
                      <a:pt x="42380" y="65382"/>
                      <a:pt x="42214" y="653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7" name="Graphic 105" descr="Line arrow: Rotate right outline">
              <a:extLst>
                <a:ext uri="{FF2B5EF4-FFF2-40B4-BE49-F238E27FC236}">
                  <a16:creationId xmlns:a16="http://schemas.microsoft.com/office/drawing/2014/main" id="{5D673772-FE69-8FD3-44DA-3AFA5F489EFD}"/>
                </a:ext>
              </a:extLst>
            </p:cNvPr>
            <p:cNvSpPr/>
            <p:nvPr/>
          </p:nvSpPr>
          <p:spPr>
            <a:xfrm flipH="1">
              <a:off x="10173954" y="1160261"/>
              <a:ext cx="819033" cy="581026"/>
            </a:xfrm>
            <a:custGeom>
              <a:avLst/>
              <a:gdLst>
                <a:gd name="connsiteX0" fmla="*/ 657225 w 819033"/>
                <a:gd name="connsiteY0" fmla="*/ 338129 h 581026"/>
                <a:gd name="connsiteX1" fmla="*/ 657225 w 819033"/>
                <a:gd name="connsiteY1" fmla="*/ 376819 h 581026"/>
                <a:gd name="connsiteX2" fmla="*/ 657129 w 819033"/>
                <a:gd name="connsiteY2" fmla="*/ 376914 h 581026"/>
                <a:gd name="connsiteX3" fmla="*/ 657063 w 819033"/>
                <a:gd name="connsiteY3" fmla="*/ 376886 h 581026"/>
                <a:gd name="connsiteX4" fmla="*/ 530609 w 819033"/>
                <a:gd name="connsiteY4" fmla="*/ 250432 h 581026"/>
                <a:gd name="connsiteX5" fmla="*/ 517141 w 819033"/>
                <a:gd name="connsiteY5" fmla="*/ 250667 h 581026"/>
                <a:gd name="connsiteX6" fmla="*/ 517141 w 819033"/>
                <a:gd name="connsiteY6" fmla="*/ 263901 h 581026"/>
                <a:gd name="connsiteX7" fmla="*/ 660016 w 819033"/>
                <a:gd name="connsiteY7" fmla="*/ 406776 h 581026"/>
                <a:gd name="connsiteX8" fmla="*/ 673484 w 819033"/>
                <a:gd name="connsiteY8" fmla="*/ 406776 h 581026"/>
                <a:gd name="connsiteX9" fmla="*/ 816359 w 819033"/>
                <a:gd name="connsiteY9" fmla="*/ 263901 h 581026"/>
                <a:gd name="connsiteX10" fmla="*/ 816125 w 819033"/>
                <a:gd name="connsiteY10" fmla="*/ 250432 h 581026"/>
                <a:gd name="connsiteX11" fmla="*/ 802891 w 819033"/>
                <a:gd name="connsiteY11" fmla="*/ 250432 h 581026"/>
                <a:gd name="connsiteX12" fmla="*/ 676437 w 819033"/>
                <a:gd name="connsiteY12" fmla="*/ 376886 h 581026"/>
                <a:gd name="connsiteX13" fmla="*/ 676303 w 819033"/>
                <a:gd name="connsiteY13" fmla="*/ 376885 h 581026"/>
                <a:gd name="connsiteX14" fmla="*/ 676275 w 819033"/>
                <a:gd name="connsiteY14" fmla="*/ 376819 h 581026"/>
                <a:gd name="connsiteX15" fmla="*/ 676275 w 819033"/>
                <a:gd name="connsiteY15" fmla="*/ 338129 h 581026"/>
                <a:gd name="connsiteX16" fmla="*/ 338129 w 819033"/>
                <a:gd name="connsiteY16" fmla="*/ 0 h 581026"/>
                <a:gd name="connsiteX17" fmla="*/ 0 w 819033"/>
                <a:gd name="connsiteY17" fmla="*/ 338146 h 581026"/>
                <a:gd name="connsiteX18" fmla="*/ 100070 w 819033"/>
                <a:gd name="connsiteY18" fmla="*/ 578264 h 581026"/>
                <a:gd name="connsiteX19" fmla="*/ 113548 w 819033"/>
                <a:gd name="connsiteY19" fmla="*/ 578207 h 581026"/>
                <a:gd name="connsiteX20" fmla="*/ 113490 w 819033"/>
                <a:gd name="connsiteY20" fmla="*/ 564729 h 581026"/>
                <a:gd name="connsiteX21" fmla="*/ 111531 w 819033"/>
                <a:gd name="connsiteY21" fmla="*/ 113475 h 581026"/>
                <a:gd name="connsiteX22" fmla="*/ 562785 w 819033"/>
                <a:gd name="connsiteY22" fmla="*/ 111516 h 581026"/>
                <a:gd name="connsiteX23" fmla="*/ 657225 w 819033"/>
                <a:gd name="connsiteY23" fmla="*/ 338129 h 581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19033" h="581026">
                  <a:moveTo>
                    <a:pt x="657225" y="338129"/>
                  </a:moveTo>
                  <a:lnTo>
                    <a:pt x="657225" y="376819"/>
                  </a:lnTo>
                  <a:cubicBezTo>
                    <a:pt x="657224" y="376872"/>
                    <a:pt x="657181" y="376914"/>
                    <a:pt x="657129" y="376914"/>
                  </a:cubicBezTo>
                  <a:cubicBezTo>
                    <a:pt x="657104" y="376913"/>
                    <a:pt x="657080" y="376903"/>
                    <a:pt x="657063" y="376886"/>
                  </a:cubicBezTo>
                  <a:lnTo>
                    <a:pt x="530609" y="250432"/>
                  </a:lnTo>
                  <a:cubicBezTo>
                    <a:pt x="526825" y="246778"/>
                    <a:pt x="520796" y="246882"/>
                    <a:pt x="517141" y="250667"/>
                  </a:cubicBezTo>
                  <a:cubicBezTo>
                    <a:pt x="513576" y="254358"/>
                    <a:pt x="513576" y="260210"/>
                    <a:pt x="517141" y="263901"/>
                  </a:cubicBezTo>
                  <a:lnTo>
                    <a:pt x="660016" y="406776"/>
                  </a:lnTo>
                  <a:cubicBezTo>
                    <a:pt x="663735" y="410494"/>
                    <a:pt x="669765" y="410494"/>
                    <a:pt x="673484" y="406776"/>
                  </a:cubicBezTo>
                  <a:lnTo>
                    <a:pt x="816359" y="263901"/>
                  </a:lnTo>
                  <a:cubicBezTo>
                    <a:pt x="820014" y="260116"/>
                    <a:pt x="819909" y="254087"/>
                    <a:pt x="816125" y="250432"/>
                  </a:cubicBezTo>
                  <a:cubicBezTo>
                    <a:pt x="812434" y="246867"/>
                    <a:pt x="806582" y="246867"/>
                    <a:pt x="802891" y="250432"/>
                  </a:cubicBezTo>
                  <a:lnTo>
                    <a:pt x="676437" y="376886"/>
                  </a:lnTo>
                  <a:cubicBezTo>
                    <a:pt x="676400" y="376923"/>
                    <a:pt x="676339" y="376922"/>
                    <a:pt x="676303" y="376885"/>
                  </a:cubicBezTo>
                  <a:cubicBezTo>
                    <a:pt x="676285" y="376867"/>
                    <a:pt x="676275" y="376844"/>
                    <a:pt x="676275" y="376819"/>
                  </a:cubicBezTo>
                  <a:lnTo>
                    <a:pt x="676275" y="338129"/>
                  </a:lnTo>
                  <a:cubicBezTo>
                    <a:pt x="676270" y="151381"/>
                    <a:pt x="524877" y="-5"/>
                    <a:pt x="338129" y="0"/>
                  </a:cubicBezTo>
                  <a:cubicBezTo>
                    <a:pt x="151381" y="5"/>
                    <a:pt x="-5" y="151398"/>
                    <a:pt x="0" y="338146"/>
                  </a:cubicBezTo>
                  <a:cubicBezTo>
                    <a:pt x="2" y="428327"/>
                    <a:pt x="36028" y="514771"/>
                    <a:pt x="100070" y="578264"/>
                  </a:cubicBezTo>
                  <a:cubicBezTo>
                    <a:pt x="103807" y="581970"/>
                    <a:pt x="109841" y="581944"/>
                    <a:pt x="113548" y="578207"/>
                  </a:cubicBezTo>
                  <a:cubicBezTo>
                    <a:pt x="117254" y="574469"/>
                    <a:pt x="117228" y="568435"/>
                    <a:pt x="113490" y="564729"/>
                  </a:cubicBezTo>
                  <a:cubicBezTo>
                    <a:pt x="-11661" y="440660"/>
                    <a:pt x="-12538" y="238626"/>
                    <a:pt x="111531" y="113475"/>
                  </a:cubicBezTo>
                  <a:cubicBezTo>
                    <a:pt x="235600" y="-11677"/>
                    <a:pt x="437634" y="-12553"/>
                    <a:pt x="562785" y="111516"/>
                  </a:cubicBezTo>
                  <a:cubicBezTo>
                    <a:pt x="623227" y="171436"/>
                    <a:pt x="657227" y="253019"/>
                    <a:pt x="657225" y="3381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38" name="Graphic 137" descr="Social distancing outline">
            <a:extLst>
              <a:ext uri="{FF2B5EF4-FFF2-40B4-BE49-F238E27FC236}">
                <a16:creationId xmlns:a16="http://schemas.microsoft.com/office/drawing/2014/main" id="{42FC2BB4-5580-254A-1691-5F9014AE3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4147" y="3659788"/>
            <a:ext cx="700530" cy="700530"/>
          </a:xfrm>
          <a:prstGeom prst="rect">
            <a:avLst/>
          </a:prstGeom>
        </p:spPr>
      </p:pic>
      <p:pic>
        <p:nvPicPr>
          <p:cNvPr id="140" name="Graphic 139" descr="Management outline">
            <a:extLst>
              <a:ext uri="{FF2B5EF4-FFF2-40B4-BE49-F238E27FC236}">
                <a16:creationId xmlns:a16="http://schemas.microsoft.com/office/drawing/2014/main" id="{3BB63477-C235-99B3-F45F-1B2DB52A2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4028" y="2956050"/>
            <a:ext cx="700530" cy="700530"/>
          </a:xfrm>
          <a:prstGeom prst="rect">
            <a:avLst/>
          </a:prstGeom>
        </p:spPr>
      </p:pic>
      <p:pic>
        <p:nvPicPr>
          <p:cNvPr id="142" name="Graphic 141" descr="Rocket outline">
            <a:extLst>
              <a:ext uri="{FF2B5EF4-FFF2-40B4-BE49-F238E27FC236}">
                <a16:creationId xmlns:a16="http://schemas.microsoft.com/office/drawing/2014/main" id="{696E2CEC-BCCE-1649-E851-7DC982FAB2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6828" y="1644552"/>
            <a:ext cx="700530" cy="700530"/>
          </a:xfrm>
          <a:prstGeom prst="rect">
            <a:avLst/>
          </a:prstGeom>
        </p:spPr>
      </p:pic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06085F16-9F97-6E87-D5E4-3790D15C6F95}"/>
              </a:ext>
            </a:extLst>
          </p:cNvPr>
          <p:cNvSpPr/>
          <p:nvPr/>
        </p:nvSpPr>
        <p:spPr>
          <a:xfrm>
            <a:off x="4319037" y="1480030"/>
            <a:ext cx="3441006" cy="1893264"/>
          </a:xfrm>
          <a:custGeom>
            <a:avLst/>
            <a:gdLst>
              <a:gd name="connsiteX0" fmla="*/ 8279 w 3265716"/>
              <a:gd name="connsiteY0" fmla="*/ 0 h 1796819"/>
              <a:gd name="connsiteX1" fmla="*/ 3257437 w 3265716"/>
              <a:gd name="connsiteY1" fmla="*/ 0 h 1796819"/>
              <a:gd name="connsiteX2" fmla="*/ 3265716 w 3265716"/>
              <a:gd name="connsiteY2" fmla="*/ 163961 h 1796819"/>
              <a:gd name="connsiteX3" fmla="*/ 1632858 w 3265716"/>
              <a:gd name="connsiteY3" fmla="*/ 1796819 h 1796819"/>
              <a:gd name="connsiteX4" fmla="*/ 0 w 3265716"/>
              <a:gd name="connsiteY4" fmla="*/ 163961 h 1796819"/>
              <a:gd name="connsiteX5" fmla="*/ 8279 w 3265716"/>
              <a:gd name="connsiteY5" fmla="*/ 0 h 179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5716" h="1796819">
                <a:moveTo>
                  <a:pt x="8279" y="0"/>
                </a:moveTo>
                <a:lnTo>
                  <a:pt x="3257437" y="0"/>
                </a:lnTo>
                <a:lnTo>
                  <a:pt x="3265716" y="163961"/>
                </a:lnTo>
                <a:cubicBezTo>
                  <a:pt x="3265716" y="1065764"/>
                  <a:pt x="2534661" y="1796819"/>
                  <a:pt x="1632858" y="1796819"/>
                </a:cubicBezTo>
                <a:cubicBezTo>
                  <a:pt x="731055" y="1796819"/>
                  <a:pt x="0" y="1065764"/>
                  <a:pt x="0" y="163961"/>
                </a:cubicBezTo>
                <a:lnTo>
                  <a:pt x="8279" y="0"/>
                </a:lnTo>
                <a:close/>
              </a:path>
            </a:pathLst>
          </a:custGeom>
          <a:solidFill>
            <a:schemeClr val="tx1">
              <a:alpha val="26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95CE416-E431-E450-16DB-0EB29D415F78}"/>
              </a:ext>
            </a:extLst>
          </p:cNvPr>
          <p:cNvSpPr/>
          <p:nvPr/>
        </p:nvSpPr>
        <p:spPr>
          <a:xfrm>
            <a:off x="4456109" y="1268760"/>
            <a:ext cx="3265716" cy="1796819"/>
          </a:xfrm>
          <a:custGeom>
            <a:avLst/>
            <a:gdLst>
              <a:gd name="connsiteX0" fmla="*/ 8279 w 3265716"/>
              <a:gd name="connsiteY0" fmla="*/ 0 h 1796819"/>
              <a:gd name="connsiteX1" fmla="*/ 3257437 w 3265716"/>
              <a:gd name="connsiteY1" fmla="*/ 0 h 1796819"/>
              <a:gd name="connsiteX2" fmla="*/ 3265716 w 3265716"/>
              <a:gd name="connsiteY2" fmla="*/ 163961 h 1796819"/>
              <a:gd name="connsiteX3" fmla="*/ 1632858 w 3265716"/>
              <a:gd name="connsiteY3" fmla="*/ 1796819 h 1796819"/>
              <a:gd name="connsiteX4" fmla="*/ 0 w 3265716"/>
              <a:gd name="connsiteY4" fmla="*/ 163961 h 1796819"/>
              <a:gd name="connsiteX5" fmla="*/ 8279 w 3265716"/>
              <a:gd name="connsiteY5" fmla="*/ 0 h 179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5716" h="1796819">
                <a:moveTo>
                  <a:pt x="8279" y="0"/>
                </a:moveTo>
                <a:lnTo>
                  <a:pt x="3257437" y="0"/>
                </a:lnTo>
                <a:lnTo>
                  <a:pt x="3265716" y="163961"/>
                </a:lnTo>
                <a:cubicBezTo>
                  <a:pt x="3265716" y="1065764"/>
                  <a:pt x="2534661" y="1796819"/>
                  <a:pt x="1632858" y="1796819"/>
                </a:cubicBezTo>
                <a:cubicBezTo>
                  <a:pt x="731055" y="1796819"/>
                  <a:pt x="0" y="1065764"/>
                  <a:pt x="0" y="163961"/>
                </a:cubicBezTo>
                <a:lnTo>
                  <a:pt x="8279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D305AD-11D7-F6DD-1BC3-39BE3FDA3B7F}"/>
              </a:ext>
            </a:extLst>
          </p:cNvPr>
          <p:cNvSpPr txBox="1"/>
          <p:nvPr/>
        </p:nvSpPr>
        <p:spPr>
          <a:xfrm>
            <a:off x="5221963" y="1612307"/>
            <a:ext cx="1734008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/>
              <a:t>EDIT TEXT HERE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5131D20-5699-3EF6-1A9A-CBAFE8CE68B4}"/>
              </a:ext>
            </a:extLst>
          </p:cNvPr>
          <p:cNvSpPr/>
          <p:nvPr/>
        </p:nvSpPr>
        <p:spPr>
          <a:xfrm>
            <a:off x="1341884" y="1831432"/>
            <a:ext cx="1623738" cy="418601"/>
          </a:xfrm>
          <a:custGeom>
            <a:avLst/>
            <a:gdLst>
              <a:gd name="connsiteX0" fmla="*/ 0 w 1623738"/>
              <a:gd name="connsiteY0" fmla="*/ 0 h 418601"/>
              <a:gd name="connsiteX1" fmla="*/ 1623738 w 1623738"/>
              <a:gd name="connsiteY1" fmla="*/ 0 h 418601"/>
              <a:gd name="connsiteX2" fmla="*/ 1623738 w 1623738"/>
              <a:gd name="connsiteY2" fmla="*/ 418601 h 418601"/>
              <a:gd name="connsiteX3" fmla="*/ 0 w 1623738"/>
              <a:gd name="connsiteY3" fmla="*/ 418601 h 418601"/>
              <a:gd name="connsiteX4" fmla="*/ 0 w 1623738"/>
              <a:gd name="connsiteY4" fmla="*/ 0 h 418601"/>
              <a:gd name="connsiteX0" fmla="*/ 1623738 w 1715178"/>
              <a:gd name="connsiteY0" fmla="*/ 418601 h 510041"/>
              <a:gd name="connsiteX1" fmla="*/ 0 w 1715178"/>
              <a:gd name="connsiteY1" fmla="*/ 418601 h 510041"/>
              <a:gd name="connsiteX2" fmla="*/ 0 w 1715178"/>
              <a:gd name="connsiteY2" fmla="*/ 0 h 510041"/>
              <a:gd name="connsiteX3" fmla="*/ 1623738 w 1715178"/>
              <a:gd name="connsiteY3" fmla="*/ 0 h 510041"/>
              <a:gd name="connsiteX4" fmla="*/ 1715178 w 1715178"/>
              <a:gd name="connsiteY4" fmla="*/ 510041 h 510041"/>
              <a:gd name="connsiteX0" fmla="*/ 1623738 w 1623738"/>
              <a:gd name="connsiteY0" fmla="*/ 418601 h 418601"/>
              <a:gd name="connsiteX1" fmla="*/ 0 w 1623738"/>
              <a:gd name="connsiteY1" fmla="*/ 418601 h 418601"/>
              <a:gd name="connsiteX2" fmla="*/ 0 w 1623738"/>
              <a:gd name="connsiteY2" fmla="*/ 0 h 418601"/>
              <a:gd name="connsiteX3" fmla="*/ 1623738 w 1623738"/>
              <a:gd name="connsiteY3" fmla="*/ 0 h 418601"/>
              <a:gd name="connsiteX0" fmla="*/ 0 w 1623738"/>
              <a:gd name="connsiteY0" fmla="*/ 418601 h 418601"/>
              <a:gd name="connsiteX1" fmla="*/ 0 w 1623738"/>
              <a:gd name="connsiteY1" fmla="*/ 0 h 418601"/>
              <a:gd name="connsiteX2" fmla="*/ 1623738 w 1623738"/>
              <a:gd name="connsiteY2" fmla="*/ 0 h 418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3738" h="418601">
                <a:moveTo>
                  <a:pt x="0" y="418601"/>
                </a:moveTo>
                <a:lnTo>
                  <a:pt x="0" y="0"/>
                </a:lnTo>
                <a:lnTo>
                  <a:pt x="1623738" y="0"/>
                </a:lnTo>
              </a:path>
            </a:pathLst>
          </a:cu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Rectangle 143">
            <a:extLst>
              <a:ext uri="{FF2B5EF4-FFF2-40B4-BE49-F238E27FC236}">
                <a16:creationId xmlns:a16="http://schemas.microsoft.com/office/drawing/2014/main" id="{229609E0-5FB3-25F1-4A56-50D8927DF10D}"/>
              </a:ext>
            </a:extLst>
          </p:cNvPr>
          <p:cNvSpPr/>
          <p:nvPr/>
        </p:nvSpPr>
        <p:spPr>
          <a:xfrm flipH="1">
            <a:off x="9151354" y="1831432"/>
            <a:ext cx="1623738" cy="418601"/>
          </a:xfrm>
          <a:custGeom>
            <a:avLst/>
            <a:gdLst>
              <a:gd name="connsiteX0" fmla="*/ 0 w 1623738"/>
              <a:gd name="connsiteY0" fmla="*/ 0 h 418601"/>
              <a:gd name="connsiteX1" fmla="*/ 1623738 w 1623738"/>
              <a:gd name="connsiteY1" fmla="*/ 0 h 418601"/>
              <a:gd name="connsiteX2" fmla="*/ 1623738 w 1623738"/>
              <a:gd name="connsiteY2" fmla="*/ 418601 h 418601"/>
              <a:gd name="connsiteX3" fmla="*/ 0 w 1623738"/>
              <a:gd name="connsiteY3" fmla="*/ 418601 h 418601"/>
              <a:gd name="connsiteX4" fmla="*/ 0 w 1623738"/>
              <a:gd name="connsiteY4" fmla="*/ 0 h 418601"/>
              <a:gd name="connsiteX0" fmla="*/ 1623738 w 1715178"/>
              <a:gd name="connsiteY0" fmla="*/ 418601 h 510041"/>
              <a:gd name="connsiteX1" fmla="*/ 0 w 1715178"/>
              <a:gd name="connsiteY1" fmla="*/ 418601 h 510041"/>
              <a:gd name="connsiteX2" fmla="*/ 0 w 1715178"/>
              <a:gd name="connsiteY2" fmla="*/ 0 h 510041"/>
              <a:gd name="connsiteX3" fmla="*/ 1623738 w 1715178"/>
              <a:gd name="connsiteY3" fmla="*/ 0 h 510041"/>
              <a:gd name="connsiteX4" fmla="*/ 1715178 w 1715178"/>
              <a:gd name="connsiteY4" fmla="*/ 510041 h 510041"/>
              <a:gd name="connsiteX0" fmla="*/ 1623738 w 1623738"/>
              <a:gd name="connsiteY0" fmla="*/ 418601 h 418601"/>
              <a:gd name="connsiteX1" fmla="*/ 0 w 1623738"/>
              <a:gd name="connsiteY1" fmla="*/ 418601 h 418601"/>
              <a:gd name="connsiteX2" fmla="*/ 0 w 1623738"/>
              <a:gd name="connsiteY2" fmla="*/ 0 h 418601"/>
              <a:gd name="connsiteX3" fmla="*/ 1623738 w 1623738"/>
              <a:gd name="connsiteY3" fmla="*/ 0 h 418601"/>
              <a:gd name="connsiteX0" fmla="*/ 0 w 1623738"/>
              <a:gd name="connsiteY0" fmla="*/ 418601 h 418601"/>
              <a:gd name="connsiteX1" fmla="*/ 0 w 1623738"/>
              <a:gd name="connsiteY1" fmla="*/ 0 h 418601"/>
              <a:gd name="connsiteX2" fmla="*/ 1623738 w 1623738"/>
              <a:gd name="connsiteY2" fmla="*/ 0 h 418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3738" h="418601">
                <a:moveTo>
                  <a:pt x="0" y="418601"/>
                </a:moveTo>
                <a:lnTo>
                  <a:pt x="0" y="0"/>
                </a:lnTo>
                <a:lnTo>
                  <a:pt x="1623738" y="0"/>
                </a:lnTo>
              </a:path>
            </a:pathLst>
          </a:cu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Rectangle 143">
            <a:extLst>
              <a:ext uri="{FF2B5EF4-FFF2-40B4-BE49-F238E27FC236}">
                <a16:creationId xmlns:a16="http://schemas.microsoft.com/office/drawing/2014/main" id="{E3CC0620-0251-1E13-6DC5-35205D213BD5}"/>
              </a:ext>
            </a:extLst>
          </p:cNvPr>
          <p:cNvSpPr/>
          <p:nvPr/>
        </p:nvSpPr>
        <p:spPr>
          <a:xfrm>
            <a:off x="2182144" y="3919724"/>
            <a:ext cx="1796732" cy="418601"/>
          </a:xfrm>
          <a:custGeom>
            <a:avLst/>
            <a:gdLst>
              <a:gd name="connsiteX0" fmla="*/ 0 w 1623738"/>
              <a:gd name="connsiteY0" fmla="*/ 0 h 418601"/>
              <a:gd name="connsiteX1" fmla="*/ 1623738 w 1623738"/>
              <a:gd name="connsiteY1" fmla="*/ 0 h 418601"/>
              <a:gd name="connsiteX2" fmla="*/ 1623738 w 1623738"/>
              <a:gd name="connsiteY2" fmla="*/ 418601 h 418601"/>
              <a:gd name="connsiteX3" fmla="*/ 0 w 1623738"/>
              <a:gd name="connsiteY3" fmla="*/ 418601 h 418601"/>
              <a:gd name="connsiteX4" fmla="*/ 0 w 1623738"/>
              <a:gd name="connsiteY4" fmla="*/ 0 h 418601"/>
              <a:gd name="connsiteX0" fmla="*/ 1623738 w 1715178"/>
              <a:gd name="connsiteY0" fmla="*/ 418601 h 510041"/>
              <a:gd name="connsiteX1" fmla="*/ 0 w 1715178"/>
              <a:gd name="connsiteY1" fmla="*/ 418601 h 510041"/>
              <a:gd name="connsiteX2" fmla="*/ 0 w 1715178"/>
              <a:gd name="connsiteY2" fmla="*/ 0 h 510041"/>
              <a:gd name="connsiteX3" fmla="*/ 1623738 w 1715178"/>
              <a:gd name="connsiteY3" fmla="*/ 0 h 510041"/>
              <a:gd name="connsiteX4" fmla="*/ 1715178 w 1715178"/>
              <a:gd name="connsiteY4" fmla="*/ 510041 h 510041"/>
              <a:gd name="connsiteX0" fmla="*/ 1623738 w 1623738"/>
              <a:gd name="connsiteY0" fmla="*/ 418601 h 418601"/>
              <a:gd name="connsiteX1" fmla="*/ 0 w 1623738"/>
              <a:gd name="connsiteY1" fmla="*/ 418601 h 418601"/>
              <a:gd name="connsiteX2" fmla="*/ 0 w 1623738"/>
              <a:gd name="connsiteY2" fmla="*/ 0 h 418601"/>
              <a:gd name="connsiteX3" fmla="*/ 1623738 w 1623738"/>
              <a:gd name="connsiteY3" fmla="*/ 0 h 418601"/>
              <a:gd name="connsiteX0" fmla="*/ 0 w 1623738"/>
              <a:gd name="connsiteY0" fmla="*/ 418601 h 418601"/>
              <a:gd name="connsiteX1" fmla="*/ 0 w 1623738"/>
              <a:gd name="connsiteY1" fmla="*/ 0 h 418601"/>
              <a:gd name="connsiteX2" fmla="*/ 1623738 w 1623738"/>
              <a:gd name="connsiteY2" fmla="*/ 0 h 418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3738" h="418601">
                <a:moveTo>
                  <a:pt x="0" y="418601"/>
                </a:moveTo>
                <a:lnTo>
                  <a:pt x="0" y="0"/>
                </a:lnTo>
                <a:lnTo>
                  <a:pt x="1623738" y="0"/>
                </a:lnTo>
              </a:path>
            </a:pathLst>
          </a:cu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Rectangle 143">
            <a:extLst>
              <a:ext uri="{FF2B5EF4-FFF2-40B4-BE49-F238E27FC236}">
                <a16:creationId xmlns:a16="http://schemas.microsoft.com/office/drawing/2014/main" id="{29A1A3E1-F105-CC77-E869-43878ED2BF15}"/>
              </a:ext>
            </a:extLst>
          </p:cNvPr>
          <p:cNvSpPr/>
          <p:nvPr/>
        </p:nvSpPr>
        <p:spPr>
          <a:xfrm flipH="1">
            <a:off x="8199885" y="3919724"/>
            <a:ext cx="1796732" cy="418601"/>
          </a:xfrm>
          <a:custGeom>
            <a:avLst/>
            <a:gdLst>
              <a:gd name="connsiteX0" fmla="*/ 0 w 1623738"/>
              <a:gd name="connsiteY0" fmla="*/ 0 h 418601"/>
              <a:gd name="connsiteX1" fmla="*/ 1623738 w 1623738"/>
              <a:gd name="connsiteY1" fmla="*/ 0 h 418601"/>
              <a:gd name="connsiteX2" fmla="*/ 1623738 w 1623738"/>
              <a:gd name="connsiteY2" fmla="*/ 418601 h 418601"/>
              <a:gd name="connsiteX3" fmla="*/ 0 w 1623738"/>
              <a:gd name="connsiteY3" fmla="*/ 418601 h 418601"/>
              <a:gd name="connsiteX4" fmla="*/ 0 w 1623738"/>
              <a:gd name="connsiteY4" fmla="*/ 0 h 418601"/>
              <a:gd name="connsiteX0" fmla="*/ 1623738 w 1715178"/>
              <a:gd name="connsiteY0" fmla="*/ 418601 h 510041"/>
              <a:gd name="connsiteX1" fmla="*/ 0 w 1715178"/>
              <a:gd name="connsiteY1" fmla="*/ 418601 h 510041"/>
              <a:gd name="connsiteX2" fmla="*/ 0 w 1715178"/>
              <a:gd name="connsiteY2" fmla="*/ 0 h 510041"/>
              <a:gd name="connsiteX3" fmla="*/ 1623738 w 1715178"/>
              <a:gd name="connsiteY3" fmla="*/ 0 h 510041"/>
              <a:gd name="connsiteX4" fmla="*/ 1715178 w 1715178"/>
              <a:gd name="connsiteY4" fmla="*/ 510041 h 510041"/>
              <a:gd name="connsiteX0" fmla="*/ 1623738 w 1623738"/>
              <a:gd name="connsiteY0" fmla="*/ 418601 h 418601"/>
              <a:gd name="connsiteX1" fmla="*/ 0 w 1623738"/>
              <a:gd name="connsiteY1" fmla="*/ 418601 h 418601"/>
              <a:gd name="connsiteX2" fmla="*/ 0 w 1623738"/>
              <a:gd name="connsiteY2" fmla="*/ 0 h 418601"/>
              <a:gd name="connsiteX3" fmla="*/ 1623738 w 1623738"/>
              <a:gd name="connsiteY3" fmla="*/ 0 h 418601"/>
              <a:gd name="connsiteX0" fmla="*/ 0 w 1623738"/>
              <a:gd name="connsiteY0" fmla="*/ 418601 h 418601"/>
              <a:gd name="connsiteX1" fmla="*/ 0 w 1623738"/>
              <a:gd name="connsiteY1" fmla="*/ 0 h 418601"/>
              <a:gd name="connsiteX2" fmla="*/ 1623738 w 1623738"/>
              <a:gd name="connsiteY2" fmla="*/ 0 h 418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3738" h="418601">
                <a:moveTo>
                  <a:pt x="0" y="418601"/>
                </a:moveTo>
                <a:lnTo>
                  <a:pt x="0" y="0"/>
                </a:lnTo>
                <a:lnTo>
                  <a:pt x="1623738" y="0"/>
                </a:lnTo>
              </a:path>
            </a:pathLst>
          </a:cu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4AE213C-2ED1-9399-29A3-75001C270662}"/>
              </a:ext>
            </a:extLst>
          </p:cNvPr>
          <p:cNvCxnSpPr>
            <a:cxnSpLocks/>
          </p:cNvCxnSpPr>
          <p:nvPr/>
        </p:nvCxnSpPr>
        <p:spPr>
          <a:xfrm>
            <a:off x="6094412" y="4826362"/>
            <a:ext cx="0" cy="3027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1787"/>
            <a:ext cx="12182477" cy="68662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69988" y="1842319"/>
            <a:ext cx="5586781" cy="1367866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942" y="4650095"/>
            <a:ext cx="2837604" cy="609124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SUBSCRIBE NOW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061" y="763392"/>
            <a:ext cx="2789664" cy="52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5237" y="4034527"/>
            <a:ext cx="1843235" cy="742371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2231" y="2004907"/>
            <a:ext cx="3622303" cy="8306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Coupon Code:</a:t>
            </a:r>
          </a:p>
          <a:p>
            <a:pPr marL="0" marR="0" lvl="0" indent="0" algn="ctr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FREEBUNDLE15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0742" y="1372770"/>
            <a:ext cx="5025274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Get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15% discount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from regular price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818" y="3362319"/>
            <a:ext cx="415311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Apply this coupon code during sign up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1777" y="710489"/>
            <a:ext cx="4321169" cy="3576042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Put Your Screenshot</a:t>
              </a:r>
            </a:p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Here</a:t>
              </a:r>
            </a:p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3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7620" y="5342419"/>
            <a:ext cx="2547206" cy="303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553" y="4850540"/>
            <a:ext cx="4718096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70" marR="0" lvl="0" indent="-169770" algn="l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to use</a:t>
            </a:r>
          </a:p>
          <a:p>
            <a:pPr marL="169770" marR="0" lvl="0" indent="-169770" algn="l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Fully customizable</a:t>
            </a:r>
          </a:p>
          <a:p>
            <a:pPr marL="169770" marR="0" lvl="0" indent="-169770" algn="l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8556" y="4468474"/>
            <a:ext cx="5912189" cy="369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83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6121899"/>
            <a:ext cx="12182477" cy="6753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B897BB-EAC1-4B36-8143-8B2EA5343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649" y="933839"/>
            <a:ext cx="3827680" cy="216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1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4582DD"/>
      </a:accent1>
      <a:accent2>
        <a:srgbClr val="40A7E1"/>
      </a:accent2>
      <a:accent3>
        <a:srgbClr val="9ED442"/>
      </a:accent3>
      <a:accent4>
        <a:srgbClr val="42CE9F"/>
      </a:accent4>
      <a:accent5>
        <a:srgbClr val="41D0E0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SlideModelTheme-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6198</TotalTime>
  <Words>180</Words>
  <Application>Microsoft Office PowerPoint</Application>
  <PresentationFormat>Custom</PresentationFormat>
  <Paragraphs>36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Open Sans</vt:lpstr>
      <vt:lpstr>Segoe UI</vt:lpstr>
      <vt:lpstr>Office Theme</vt:lpstr>
      <vt:lpstr>2_Office Theme</vt:lpstr>
      <vt:lpstr>5-Item Half-Donut Infographic Slide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Cultural Diffusion PowerPoint Template</dc:title>
  <dc:creator>Julian</dc:creator>
  <cp:lastModifiedBy>AT</cp:lastModifiedBy>
  <cp:revision>112</cp:revision>
  <dcterms:created xsi:type="dcterms:W3CDTF">2013-09-12T13:05:01Z</dcterms:created>
  <dcterms:modified xsi:type="dcterms:W3CDTF">2025-05-14T20:55:13Z</dcterms:modified>
</cp:coreProperties>
</file>