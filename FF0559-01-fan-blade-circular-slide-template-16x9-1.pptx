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6"/>
  </p:notesMasterIdLst>
  <p:sldIdLst>
    <p:sldId id="276" r:id="rId3"/>
    <p:sldId id="290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46B9"/>
    <a:srgbClr val="336FDA"/>
    <a:srgbClr val="50BCFD"/>
    <a:srgbClr val="EF2B81"/>
    <a:srgbClr val="EE4062"/>
    <a:srgbClr val="F5B820"/>
    <a:srgbClr val="5F46BA"/>
    <a:srgbClr val="51BDF9"/>
    <a:srgbClr val="ED5457"/>
    <a:srgbClr val="387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/>
  </p:normalViewPr>
  <p:slideViewPr>
    <p:cSldViewPr>
      <p:cViewPr>
        <p:scale>
          <a:sx n="150" d="100"/>
          <a:sy n="150" d="100"/>
        </p:scale>
        <p:origin x="-1901" y="-1469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4" tIns="45683" rIns="91364" bIns="45683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9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8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15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30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62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99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5"/>
            <a:ext cx="10360501" cy="1362075"/>
          </a:xfrm>
        </p:spPr>
        <p:txBody>
          <a:bodyPr anchor="t"/>
          <a:lstStyle>
            <a:lvl1pPr algn="l">
              <a:defRPr sz="529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9006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8013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7018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6024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503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4036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304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2047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8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30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7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7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79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41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85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6" y="273053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7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6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6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4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006" indent="0">
              <a:buNone/>
              <a:defRPr sz="3698"/>
            </a:lvl2pPr>
            <a:lvl3pPr marL="1218013" indent="0">
              <a:buNone/>
              <a:defRPr sz="3198"/>
            </a:lvl3pPr>
            <a:lvl4pPr marL="1827018" indent="0">
              <a:buNone/>
              <a:defRPr sz="2698"/>
            </a:lvl4pPr>
            <a:lvl5pPr marL="2436024" indent="0">
              <a:buNone/>
              <a:defRPr sz="2698"/>
            </a:lvl5pPr>
            <a:lvl6pPr marL="3045031" indent="0">
              <a:buNone/>
              <a:defRPr sz="2698"/>
            </a:lvl6pPr>
            <a:lvl7pPr marL="3654036" indent="0">
              <a:buNone/>
              <a:defRPr sz="2698"/>
            </a:lvl7pPr>
            <a:lvl8pPr marL="4263041" indent="0">
              <a:buNone/>
              <a:defRPr sz="2698"/>
            </a:lvl8pPr>
            <a:lvl9pPr marL="4872047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3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87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78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3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3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442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8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1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4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5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2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8013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54" indent="-456754" algn="l" defTabSz="1218013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635" indent="-380627" algn="l" defTabSz="1218013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51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1522" indent="-304504" algn="l" defTabSz="1218013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40527" indent="-304504" algn="l" defTabSz="1218013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49532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8539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754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6550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0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13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018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024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03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03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04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047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0AEE-4E83-3EB0-0940-85C3B33B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Fan Blade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Circular Slide Template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8AB3FCE6-C22E-02FF-1FA8-32D903C92767}"/>
              </a:ext>
            </a:extLst>
          </p:cNvPr>
          <p:cNvSpPr/>
          <p:nvPr/>
        </p:nvSpPr>
        <p:spPr>
          <a:xfrm>
            <a:off x="4486609" y="2188861"/>
            <a:ext cx="3266791" cy="3266791"/>
          </a:xfrm>
          <a:prstGeom prst="pie">
            <a:avLst>
              <a:gd name="adj1" fmla="val 20987049"/>
              <a:gd name="adj2" fmla="val 412921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5FBBF8-3975-3EA7-EA39-5DA9C0376F04}"/>
              </a:ext>
            </a:extLst>
          </p:cNvPr>
          <p:cNvSpPr txBox="1"/>
          <p:nvPr/>
        </p:nvSpPr>
        <p:spPr>
          <a:xfrm>
            <a:off x="6685755" y="4022032"/>
            <a:ext cx="759160" cy="6522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03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494A306-DBEF-10CE-FB24-92B9C631E2A9}"/>
              </a:ext>
            </a:extLst>
          </p:cNvPr>
          <p:cNvSpPr/>
          <p:nvPr/>
        </p:nvSpPr>
        <p:spPr>
          <a:xfrm rot="10995286" flipV="1">
            <a:off x="6275900" y="3777869"/>
            <a:ext cx="1480976" cy="260699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AC6680-824B-04FC-58AE-EB4901ACF714}"/>
              </a:ext>
            </a:extLst>
          </p:cNvPr>
          <p:cNvSpPr/>
          <p:nvPr/>
        </p:nvSpPr>
        <p:spPr>
          <a:xfrm rot="14025786" flipV="1">
            <a:off x="5911179" y="4432946"/>
            <a:ext cx="1454525" cy="260699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tial Circle 17">
            <a:extLst>
              <a:ext uri="{FF2B5EF4-FFF2-40B4-BE49-F238E27FC236}">
                <a16:creationId xmlns:a16="http://schemas.microsoft.com/office/drawing/2014/main" id="{B82F267B-42C8-98B4-B3D1-A8814BE72630}"/>
              </a:ext>
            </a:extLst>
          </p:cNvPr>
          <p:cNvSpPr/>
          <p:nvPr/>
        </p:nvSpPr>
        <p:spPr>
          <a:xfrm>
            <a:off x="4477682" y="2190707"/>
            <a:ext cx="3265166" cy="3265166"/>
          </a:xfrm>
          <a:prstGeom prst="pie">
            <a:avLst>
              <a:gd name="adj1" fmla="val 11942815"/>
              <a:gd name="adj2" fmla="val 16681034"/>
            </a:avLst>
          </a:prstGeom>
          <a:gradFill>
            <a:gsLst>
              <a:gs pos="15000">
                <a:schemeClr val="accent6"/>
              </a:gs>
              <a:gs pos="100000">
                <a:schemeClr val="accent6">
                  <a:lumMod val="75000"/>
                </a:schemeClr>
              </a:gs>
            </a:gsLst>
            <a:lin ang="1890000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65DE519-3BA1-BBEA-883C-E37846DE2908}"/>
              </a:ext>
            </a:extLst>
          </p:cNvPr>
          <p:cNvSpPr/>
          <p:nvPr/>
        </p:nvSpPr>
        <p:spPr>
          <a:xfrm rot="5169714" flipV="1">
            <a:off x="5325900" y="2798150"/>
            <a:ext cx="1455790" cy="260699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0367FD3-8F53-3490-E659-C599CFDA1DD8}"/>
              </a:ext>
            </a:extLst>
          </p:cNvPr>
          <p:cNvSpPr/>
          <p:nvPr/>
        </p:nvSpPr>
        <p:spPr>
          <a:xfrm rot="1990680" flipV="1">
            <a:off x="4607963" y="3207477"/>
            <a:ext cx="1440328" cy="292580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1E2DE8A7-1CD3-F889-3EDE-F4CEB2978704}"/>
              </a:ext>
            </a:extLst>
          </p:cNvPr>
          <p:cNvSpPr/>
          <p:nvPr/>
        </p:nvSpPr>
        <p:spPr>
          <a:xfrm>
            <a:off x="4284861" y="1991102"/>
            <a:ext cx="3662310" cy="3662310"/>
          </a:xfrm>
          <a:prstGeom prst="pie">
            <a:avLst>
              <a:gd name="adj1" fmla="val 3241517"/>
              <a:gd name="adj2" fmla="val 6836563"/>
            </a:avLst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Partial Circle 16">
            <a:extLst>
              <a:ext uri="{FF2B5EF4-FFF2-40B4-BE49-F238E27FC236}">
                <a16:creationId xmlns:a16="http://schemas.microsoft.com/office/drawing/2014/main" id="{A0F7EC9F-F621-FF0B-C69F-52BE1D46538A}"/>
              </a:ext>
            </a:extLst>
          </p:cNvPr>
          <p:cNvSpPr/>
          <p:nvPr/>
        </p:nvSpPr>
        <p:spPr>
          <a:xfrm>
            <a:off x="4316045" y="2023319"/>
            <a:ext cx="3599943" cy="3599943"/>
          </a:xfrm>
          <a:prstGeom prst="pie">
            <a:avLst>
              <a:gd name="adj1" fmla="val 9059793"/>
              <a:gd name="adj2" fmla="val 12712860"/>
            </a:avLst>
          </a:prstGeom>
          <a:gradFill>
            <a:gsLst>
              <a:gs pos="1500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890000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528E8F-E710-7325-9842-E0C2F934150A}"/>
              </a:ext>
            </a:extLst>
          </p:cNvPr>
          <p:cNvSpPr txBox="1"/>
          <p:nvPr/>
        </p:nvSpPr>
        <p:spPr>
          <a:xfrm>
            <a:off x="5158037" y="2579884"/>
            <a:ext cx="759160" cy="6522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07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2" name="Partial Circle 11">
            <a:extLst>
              <a:ext uri="{FF2B5EF4-FFF2-40B4-BE49-F238E27FC236}">
                <a16:creationId xmlns:a16="http://schemas.microsoft.com/office/drawing/2014/main" id="{1D3F729C-A83C-7EE7-DC4F-A53FBD2715E5}"/>
              </a:ext>
            </a:extLst>
          </p:cNvPr>
          <p:cNvSpPr/>
          <p:nvPr/>
        </p:nvSpPr>
        <p:spPr>
          <a:xfrm>
            <a:off x="4164854" y="1931085"/>
            <a:ext cx="3859116" cy="3859116"/>
          </a:xfrm>
          <a:prstGeom prst="pie">
            <a:avLst>
              <a:gd name="adj1" fmla="val 18252591"/>
              <a:gd name="adj2" fmla="val 18114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Partial Circle 4">
            <a:extLst>
              <a:ext uri="{FF2B5EF4-FFF2-40B4-BE49-F238E27FC236}">
                <a16:creationId xmlns:a16="http://schemas.microsoft.com/office/drawing/2014/main" id="{70AC35D6-CAA5-46E8-1BEF-5973BB183C74}"/>
              </a:ext>
            </a:extLst>
          </p:cNvPr>
          <p:cNvSpPr/>
          <p:nvPr/>
        </p:nvSpPr>
        <p:spPr>
          <a:xfrm>
            <a:off x="4295361" y="2061598"/>
            <a:ext cx="3617546" cy="3617546"/>
          </a:xfrm>
          <a:prstGeom prst="pie">
            <a:avLst>
              <a:gd name="adj1" fmla="val 18252591"/>
              <a:gd name="adj2" fmla="val 159607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  <a:alpha val="6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F57791-A537-3131-D4F1-8D559F63DA91}"/>
              </a:ext>
            </a:extLst>
          </p:cNvPr>
          <p:cNvSpPr txBox="1"/>
          <p:nvPr/>
        </p:nvSpPr>
        <p:spPr>
          <a:xfrm>
            <a:off x="6897629" y="3070538"/>
            <a:ext cx="759160" cy="6522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02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6" name="Partial Circle 5">
            <a:extLst>
              <a:ext uri="{FF2B5EF4-FFF2-40B4-BE49-F238E27FC236}">
                <a16:creationId xmlns:a16="http://schemas.microsoft.com/office/drawing/2014/main" id="{A395B384-C43F-B6F5-403B-B37468CC06E0}"/>
              </a:ext>
            </a:extLst>
          </p:cNvPr>
          <p:cNvSpPr/>
          <p:nvPr/>
        </p:nvSpPr>
        <p:spPr>
          <a:xfrm>
            <a:off x="4364634" y="2070873"/>
            <a:ext cx="3470926" cy="3470926"/>
          </a:xfrm>
          <a:prstGeom prst="pie">
            <a:avLst>
              <a:gd name="adj1" fmla="val 3241517"/>
              <a:gd name="adj2" fmla="val 6836563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75000"/>
                  <a:alpha val="68000"/>
                </a:schemeClr>
              </a:gs>
            </a:gsLst>
            <a:lin ang="540000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7596C3-0A1E-1F8B-FF06-522268603D17}"/>
              </a:ext>
            </a:extLst>
          </p:cNvPr>
          <p:cNvSpPr txBox="1"/>
          <p:nvPr/>
        </p:nvSpPr>
        <p:spPr>
          <a:xfrm>
            <a:off x="5938623" y="4732069"/>
            <a:ext cx="759160" cy="6522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04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890B1B-77D3-5D47-5BDC-E8BC2F24E86D}"/>
              </a:ext>
            </a:extLst>
          </p:cNvPr>
          <p:cNvSpPr/>
          <p:nvPr/>
        </p:nvSpPr>
        <p:spPr>
          <a:xfrm rot="16894794" flipV="1">
            <a:off x="5011370" y="4719997"/>
            <a:ext cx="1668686" cy="260699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16715B43-5E8D-DFB7-D775-BB5FC04422B4}"/>
              </a:ext>
            </a:extLst>
          </p:cNvPr>
          <p:cNvSpPr/>
          <p:nvPr/>
        </p:nvSpPr>
        <p:spPr>
          <a:xfrm>
            <a:off x="4394481" y="2101756"/>
            <a:ext cx="3443070" cy="3443070"/>
          </a:xfrm>
          <a:prstGeom prst="pie">
            <a:avLst>
              <a:gd name="adj1" fmla="val 9059793"/>
              <a:gd name="adj2" fmla="val 12712860"/>
            </a:avLst>
          </a:prstGeom>
          <a:gradFill>
            <a:gsLst>
              <a:gs pos="17000">
                <a:schemeClr val="accent4">
                  <a:lumMod val="75000"/>
                </a:schemeClr>
              </a:gs>
              <a:gs pos="100000">
                <a:schemeClr val="accent4">
                  <a:lumMod val="60000"/>
                  <a:lumOff val="40000"/>
                  <a:alpha val="0"/>
                </a:schemeClr>
              </a:gs>
            </a:gsLst>
            <a:lin ang="18900000" scaled="1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A1C0DCB-28BF-BFE7-C85D-D8E525154F7E}"/>
              </a:ext>
            </a:extLst>
          </p:cNvPr>
          <p:cNvSpPr/>
          <p:nvPr/>
        </p:nvSpPr>
        <p:spPr>
          <a:xfrm rot="20313133" flipV="1">
            <a:off x="4386935" y="4054895"/>
            <a:ext cx="1576143" cy="260699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C2ED948D-690A-DE1A-8AB3-319EC44DCCB0}"/>
              </a:ext>
            </a:extLst>
          </p:cNvPr>
          <p:cNvSpPr/>
          <p:nvPr/>
        </p:nvSpPr>
        <p:spPr>
          <a:xfrm>
            <a:off x="3962136" y="1668375"/>
            <a:ext cx="4307761" cy="4307761"/>
          </a:xfrm>
          <a:prstGeom prst="pie">
            <a:avLst>
              <a:gd name="adj1" fmla="val 6258985"/>
              <a:gd name="adj2" fmla="val 9570331"/>
            </a:avLst>
          </a:prstGeom>
          <a:gradFill flip="none" rotWithShape="1">
            <a:gsLst>
              <a:gs pos="14000">
                <a:schemeClr val="accent1"/>
              </a:gs>
              <a:gs pos="71000">
                <a:schemeClr val="accent2"/>
              </a:gs>
            </a:gsLst>
            <a:lin ang="0" scaled="0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1CB5F9-0AD5-034A-C34C-FBA0875FDB5B}"/>
              </a:ext>
            </a:extLst>
          </p:cNvPr>
          <p:cNvSpPr txBox="1"/>
          <p:nvPr/>
        </p:nvSpPr>
        <p:spPr>
          <a:xfrm>
            <a:off x="4533569" y="3405075"/>
            <a:ext cx="759160" cy="6522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06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0" name="Partial Circle 9">
            <a:extLst>
              <a:ext uri="{FF2B5EF4-FFF2-40B4-BE49-F238E27FC236}">
                <a16:creationId xmlns:a16="http://schemas.microsoft.com/office/drawing/2014/main" id="{1A141E8E-C224-5C94-4238-519BF00548AF}"/>
              </a:ext>
            </a:extLst>
          </p:cNvPr>
          <p:cNvSpPr/>
          <p:nvPr/>
        </p:nvSpPr>
        <p:spPr>
          <a:xfrm>
            <a:off x="4391930" y="2101487"/>
            <a:ext cx="3441536" cy="3441538"/>
          </a:xfrm>
          <a:prstGeom prst="pie">
            <a:avLst>
              <a:gd name="adj1" fmla="val 6258985"/>
              <a:gd name="adj2" fmla="val 9570331"/>
            </a:avLst>
          </a:prstGeom>
          <a:gradFill>
            <a:gsLst>
              <a:gs pos="15000">
                <a:schemeClr val="accent1"/>
              </a:gs>
              <a:gs pos="100000">
                <a:schemeClr val="accent2">
                  <a:lumMod val="75000"/>
                  <a:alpha val="12000"/>
                </a:schemeClr>
              </a:gs>
            </a:gsLst>
            <a:lin ang="3000000" scaled="0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A82132-3117-F0A2-89CF-0596B75849A3}"/>
              </a:ext>
            </a:extLst>
          </p:cNvPr>
          <p:cNvSpPr txBox="1"/>
          <p:nvPr/>
        </p:nvSpPr>
        <p:spPr>
          <a:xfrm>
            <a:off x="4870225" y="4416871"/>
            <a:ext cx="759160" cy="6522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05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DEF5BB9-AE4E-E4DF-08FA-C809B5E3662F}"/>
              </a:ext>
            </a:extLst>
          </p:cNvPr>
          <p:cNvSpPr/>
          <p:nvPr/>
        </p:nvSpPr>
        <p:spPr>
          <a:xfrm>
            <a:off x="5380393" y="3202461"/>
            <a:ext cx="1462338" cy="1462338"/>
          </a:xfrm>
          <a:custGeom>
            <a:avLst/>
            <a:gdLst>
              <a:gd name="connsiteX0" fmla="*/ 968950 w 968950"/>
              <a:gd name="connsiteY0" fmla="*/ 484475 h 968950"/>
              <a:gd name="connsiteX1" fmla="*/ 484475 w 968950"/>
              <a:gd name="connsiteY1" fmla="*/ 968950 h 968950"/>
              <a:gd name="connsiteX2" fmla="*/ 0 w 968950"/>
              <a:gd name="connsiteY2" fmla="*/ 484475 h 968950"/>
              <a:gd name="connsiteX3" fmla="*/ 484475 w 968950"/>
              <a:gd name="connsiteY3" fmla="*/ 0 h 968950"/>
              <a:gd name="connsiteX4" fmla="*/ 968950 w 968950"/>
              <a:gd name="connsiteY4" fmla="*/ 484475 h 96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950" h="968950">
                <a:moveTo>
                  <a:pt x="968950" y="484475"/>
                </a:moveTo>
                <a:cubicBezTo>
                  <a:pt x="968950" y="752043"/>
                  <a:pt x="752043" y="968950"/>
                  <a:pt x="484475" y="968950"/>
                </a:cubicBezTo>
                <a:cubicBezTo>
                  <a:pt x="216907" y="968950"/>
                  <a:pt x="0" y="752043"/>
                  <a:pt x="0" y="484475"/>
                </a:cubicBezTo>
                <a:cubicBezTo>
                  <a:pt x="0" y="216907"/>
                  <a:pt x="216907" y="0"/>
                  <a:pt x="484475" y="0"/>
                </a:cubicBezTo>
                <a:cubicBezTo>
                  <a:pt x="752043" y="0"/>
                  <a:pt x="968950" y="216907"/>
                  <a:pt x="968950" y="484475"/>
                </a:cubicBezTo>
                <a:close/>
              </a:path>
            </a:pathLst>
          </a:custGeom>
          <a:solidFill>
            <a:schemeClr val="tx1"/>
          </a:solidFill>
          <a:ln w="13408" cap="flat">
            <a:noFill/>
            <a:prstDash val="solid"/>
            <a:miter/>
          </a:ln>
          <a:effectLst>
            <a:softEdge rad="266700"/>
          </a:effectLst>
        </p:spPr>
        <p:txBody>
          <a:bodyPr rtlCol="0" anchor="ctr"/>
          <a:lstStyle/>
          <a:p>
            <a:endParaRPr lang="en-IN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83161F-6067-961E-1BEE-27DBC1FFEF0F}"/>
              </a:ext>
            </a:extLst>
          </p:cNvPr>
          <p:cNvGrpSpPr/>
          <p:nvPr/>
        </p:nvGrpSpPr>
        <p:grpSpPr>
          <a:xfrm>
            <a:off x="609441" y="2643258"/>
            <a:ext cx="2173516" cy="912588"/>
            <a:chOff x="3210745" y="2426569"/>
            <a:chExt cx="2614023" cy="867933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D3E9577-53F5-7AC4-C755-7663A3C634EF}"/>
                </a:ext>
              </a:extLst>
            </p:cNvPr>
            <p:cNvSpPr txBox="1"/>
            <p:nvPr/>
          </p:nvSpPr>
          <p:spPr>
            <a:xfrm>
              <a:off x="3218951" y="2831680"/>
              <a:ext cx="2597613" cy="46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4DA032F-A0A1-7FB5-3101-4F08D55982FE}"/>
                </a:ext>
              </a:extLst>
            </p:cNvPr>
            <p:cNvSpPr txBox="1"/>
            <p:nvPr/>
          </p:nvSpPr>
          <p:spPr>
            <a:xfrm>
              <a:off x="3210745" y="2426569"/>
              <a:ext cx="2614023" cy="30450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Placeholder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A69A3BF-7F78-3693-8C56-99AB6B1C828D}"/>
              </a:ext>
            </a:extLst>
          </p:cNvPr>
          <p:cNvGrpSpPr/>
          <p:nvPr/>
        </p:nvGrpSpPr>
        <p:grpSpPr>
          <a:xfrm>
            <a:off x="609441" y="3946232"/>
            <a:ext cx="2173516" cy="912588"/>
            <a:chOff x="3210745" y="2426569"/>
            <a:chExt cx="2614023" cy="867933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4A20A22-B884-6F03-711F-782106A35A1A}"/>
                </a:ext>
              </a:extLst>
            </p:cNvPr>
            <p:cNvSpPr txBox="1"/>
            <p:nvPr/>
          </p:nvSpPr>
          <p:spPr>
            <a:xfrm>
              <a:off x="3218951" y="2831680"/>
              <a:ext cx="2597613" cy="46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D136247-52A9-17AC-FF6B-0CE14577E337}"/>
                </a:ext>
              </a:extLst>
            </p:cNvPr>
            <p:cNvSpPr txBox="1"/>
            <p:nvPr/>
          </p:nvSpPr>
          <p:spPr>
            <a:xfrm>
              <a:off x="3210745" y="2426569"/>
              <a:ext cx="2614023" cy="30450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Placeholder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29C2A6A-BFA3-F94D-AF6D-A095735824CD}"/>
              </a:ext>
            </a:extLst>
          </p:cNvPr>
          <p:cNvGrpSpPr/>
          <p:nvPr/>
        </p:nvGrpSpPr>
        <p:grpSpPr>
          <a:xfrm>
            <a:off x="609441" y="5249206"/>
            <a:ext cx="2173516" cy="912588"/>
            <a:chOff x="3210745" y="2426569"/>
            <a:chExt cx="2614023" cy="867933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7C17CA9-DBE6-87FB-30CA-6DC5DC40AC6A}"/>
                </a:ext>
              </a:extLst>
            </p:cNvPr>
            <p:cNvSpPr txBox="1"/>
            <p:nvPr/>
          </p:nvSpPr>
          <p:spPr>
            <a:xfrm>
              <a:off x="3218951" y="2831680"/>
              <a:ext cx="2597613" cy="46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8B4ECEA-A152-4763-0919-F1D55A8FDCDF}"/>
                </a:ext>
              </a:extLst>
            </p:cNvPr>
            <p:cNvSpPr txBox="1"/>
            <p:nvPr/>
          </p:nvSpPr>
          <p:spPr>
            <a:xfrm>
              <a:off x="3210745" y="2426569"/>
              <a:ext cx="2614023" cy="30450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pPr algn="r"/>
              <a:r>
                <a: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Placeholder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D74443-2ACB-043C-B953-980B07002E8E}"/>
              </a:ext>
            </a:extLst>
          </p:cNvPr>
          <p:cNvGrpSpPr/>
          <p:nvPr/>
        </p:nvGrpSpPr>
        <p:grpSpPr>
          <a:xfrm>
            <a:off x="9210260" y="1340284"/>
            <a:ext cx="2369123" cy="912588"/>
            <a:chOff x="3210745" y="2426569"/>
            <a:chExt cx="2614023" cy="86793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719B86-D834-4D3D-144F-D10C4E7E0328}"/>
                </a:ext>
              </a:extLst>
            </p:cNvPr>
            <p:cNvSpPr txBox="1"/>
            <p:nvPr/>
          </p:nvSpPr>
          <p:spPr>
            <a:xfrm>
              <a:off x="3218951" y="2831680"/>
              <a:ext cx="2597613" cy="46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8C889A2-15E3-1C3A-0305-F6C0FF501B04}"/>
                </a:ext>
              </a:extLst>
            </p:cNvPr>
            <p:cNvSpPr txBox="1"/>
            <p:nvPr/>
          </p:nvSpPr>
          <p:spPr>
            <a:xfrm>
              <a:off x="3210745" y="2426569"/>
              <a:ext cx="2614023" cy="30450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Placeholder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76AC0B6-F5CD-6A12-8CCC-4419FF0A40C3}"/>
              </a:ext>
            </a:extLst>
          </p:cNvPr>
          <p:cNvGrpSpPr/>
          <p:nvPr/>
        </p:nvGrpSpPr>
        <p:grpSpPr>
          <a:xfrm>
            <a:off x="9210260" y="2643258"/>
            <a:ext cx="2369123" cy="912588"/>
            <a:chOff x="3210745" y="2426569"/>
            <a:chExt cx="2614023" cy="86793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5433C23-D486-DB5E-8F59-BF00FFC6751C}"/>
                </a:ext>
              </a:extLst>
            </p:cNvPr>
            <p:cNvSpPr txBox="1"/>
            <p:nvPr/>
          </p:nvSpPr>
          <p:spPr>
            <a:xfrm>
              <a:off x="3218951" y="2831680"/>
              <a:ext cx="2597613" cy="46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08C3EDD-0079-D0DA-5EEE-55BE62CDAE71}"/>
                </a:ext>
              </a:extLst>
            </p:cNvPr>
            <p:cNvSpPr txBox="1"/>
            <p:nvPr/>
          </p:nvSpPr>
          <p:spPr>
            <a:xfrm>
              <a:off x="3210745" y="2426569"/>
              <a:ext cx="2614023" cy="30450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Placeholder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B64971E-1E67-A101-E40D-60EA1B094496}"/>
              </a:ext>
            </a:extLst>
          </p:cNvPr>
          <p:cNvGrpSpPr/>
          <p:nvPr/>
        </p:nvGrpSpPr>
        <p:grpSpPr>
          <a:xfrm>
            <a:off x="9210260" y="3946232"/>
            <a:ext cx="2369123" cy="912588"/>
            <a:chOff x="3210745" y="2426569"/>
            <a:chExt cx="2614023" cy="867933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2102CEF-0E97-CBCA-D670-64E56A10209D}"/>
                </a:ext>
              </a:extLst>
            </p:cNvPr>
            <p:cNvSpPr txBox="1"/>
            <p:nvPr/>
          </p:nvSpPr>
          <p:spPr>
            <a:xfrm>
              <a:off x="3218951" y="2831680"/>
              <a:ext cx="2597613" cy="46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6F11111-4DDE-184B-A6CE-92FC0BD042E9}"/>
                </a:ext>
              </a:extLst>
            </p:cNvPr>
            <p:cNvSpPr txBox="1"/>
            <p:nvPr/>
          </p:nvSpPr>
          <p:spPr>
            <a:xfrm>
              <a:off x="3210745" y="2426569"/>
              <a:ext cx="2614023" cy="30450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Placeholder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62623D1-F3EF-BE09-BAF4-292EA715E4D6}"/>
              </a:ext>
            </a:extLst>
          </p:cNvPr>
          <p:cNvGrpSpPr/>
          <p:nvPr/>
        </p:nvGrpSpPr>
        <p:grpSpPr>
          <a:xfrm>
            <a:off x="9210260" y="5249205"/>
            <a:ext cx="2369123" cy="912588"/>
            <a:chOff x="3210745" y="2426569"/>
            <a:chExt cx="2614023" cy="86793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32B78EB-AAE3-4898-3FB5-02797FC5F540}"/>
                </a:ext>
              </a:extLst>
            </p:cNvPr>
            <p:cNvSpPr txBox="1"/>
            <p:nvPr/>
          </p:nvSpPr>
          <p:spPr>
            <a:xfrm>
              <a:off x="3218951" y="2831680"/>
              <a:ext cx="2597613" cy="4628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A666E39-02F9-5950-DC6A-629AE4FB5A8A}"/>
                </a:ext>
              </a:extLst>
            </p:cNvPr>
            <p:cNvSpPr txBox="1"/>
            <p:nvPr/>
          </p:nvSpPr>
          <p:spPr>
            <a:xfrm>
              <a:off x="3210745" y="2426569"/>
              <a:ext cx="2614023" cy="30450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noAutofit/>
            </a:bodyPr>
            <a:lstStyle/>
            <a:p>
              <a:r>
                <a:rPr lang="en-I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Placeholder</a:t>
              </a:r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F30AA686-6909-9189-6656-82016439281E}"/>
              </a:ext>
            </a:extLst>
          </p:cNvPr>
          <p:cNvSpPr/>
          <p:nvPr/>
        </p:nvSpPr>
        <p:spPr>
          <a:xfrm rot="8057691" flipV="1">
            <a:off x="6095928" y="2937904"/>
            <a:ext cx="1622444" cy="260699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Partial Circle 10">
            <a:extLst>
              <a:ext uri="{FF2B5EF4-FFF2-40B4-BE49-F238E27FC236}">
                <a16:creationId xmlns:a16="http://schemas.microsoft.com/office/drawing/2014/main" id="{2D229B0E-2C7A-477F-02DB-33CCD7248B1A}"/>
              </a:ext>
            </a:extLst>
          </p:cNvPr>
          <p:cNvSpPr/>
          <p:nvPr/>
        </p:nvSpPr>
        <p:spPr>
          <a:xfrm>
            <a:off x="3640233" y="1406464"/>
            <a:ext cx="4908359" cy="4908359"/>
          </a:xfrm>
          <a:prstGeom prst="pie">
            <a:avLst>
              <a:gd name="adj1" fmla="val 16039671"/>
              <a:gd name="adj2" fmla="val 18926618"/>
            </a:avLst>
          </a:prstGeom>
          <a:gradFill>
            <a:gsLst>
              <a:gs pos="15000">
                <a:schemeClr val="accent3"/>
              </a:gs>
              <a:gs pos="100000">
                <a:schemeClr val="accent6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Partial Circle 3">
            <a:extLst>
              <a:ext uri="{FF2B5EF4-FFF2-40B4-BE49-F238E27FC236}">
                <a16:creationId xmlns:a16="http://schemas.microsoft.com/office/drawing/2014/main" id="{37798B04-5438-AE26-440E-47F94105AFB5}"/>
              </a:ext>
            </a:extLst>
          </p:cNvPr>
          <p:cNvSpPr/>
          <p:nvPr/>
        </p:nvSpPr>
        <p:spPr>
          <a:xfrm>
            <a:off x="4186388" y="1931499"/>
            <a:ext cx="3827372" cy="3827370"/>
          </a:xfrm>
          <a:prstGeom prst="pie">
            <a:avLst>
              <a:gd name="adj1" fmla="val 16030685"/>
              <a:gd name="adj2" fmla="val 18940203"/>
            </a:avLst>
          </a:prstGeom>
          <a:gradFill flip="none" rotWithShape="1">
            <a:gsLst>
              <a:gs pos="0">
                <a:schemeClr val="accent2">
                  <a:lumMod val="75000"/>
                  <a:alpha val="12000"/>
                </a:schemeClr>
              </a:gs>
              <a:gs pos="100000">
                <a:schemeClr val="accent2">
                  <a:lumMod val="75000"/>
                  <a:alpha val="2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ABC6A5-9534-492E-0851-9F8BDC73C41B}"/>
              </a:ext>
            </a:extLst>
          </p:cNvPr>
          <p:cNvSpPr txBox="1"/>
          <p:nvPr/>
        </p:nvSpPr>
        <p:spPr>
          <a:xfrm>
            <a:off x="6238014" y="2161221"/>
            <a:ext cx="759160" cy="65225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01</a:t>
            </a:r>
            <a:endParaRPr lang="en-IN" sz="4000" b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80B15D-4853-BB25-7C07-2F99566D558E}"/>
              </a:ext>
            </a:extLst>
          </p:cNvPr>
          <p:cNvGrpSpPr/>
          <p:nvPr/>
        </p:nvGrpSpPr>
        <p:grpSpPr>
          <a:xfrm>
            <a:off x="5524936" y="3291167"/>
            <a:ext cx="1138956" cy="1138956"/>
            <a:chOff x="5537526" y="3376170"/>
            <a:chExt cx="968950" cy="96895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8D63300-7BCE-40C7-FA74-2E4FA28819CA}"/>
                </a:ext>
              </a:extLst>
            </p:cNvPr>
            <p:cNvSpPr/>
            <p:nvPr/>
          </p:nvSpPr>
          <p:spPr>
            <a:xfrm>
              <a:off x="5537526" y="3376170"/>
              <a:ext cx="968950" cy="968950"/>
            </a:xfrm>
            <a:custGeom>
              <a:avLst/>
              <a:gdLst>
                <a:gd name="connsiteX0" fmla="*/ 968950 w 968950"/>
                <a:gd name="connsiteY0" fmla="*/ 484475 h 968950"/>
                <a:gd name="connsiteX1" fmla="*/ 484475 w 968950"/>
                <a:gd name="connsiteY1" fmla="*/ 968950 h 968950"/>
                <a:gd name="connsiteX2" fmla="*/ 0 w 968950"/>
                <a:gd name="connsiteY2" fmla="*/ 484475 h 968950"/>
                <a:gd name="connsiteX3" fmla="*/ 484475 w 968950"/>
                <a:gd name="connsiteY3" fmla="*/ 0 h 968950"/>
                <a:gd name="connsiteX4" fmla="*/ 968950 w 968950"/>
                <a:gd name="connsiteY4" fmla="*/ 484475 h 96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8950" h="968950">
                  <a:moveTo>
                    <a:pt x="968950" y="484475"/>
                  </a:moveTo>
                  <a:cubicBezTo>
                    <a:pt x="968950" y="752043"/>
                    <a:pt x="752043" y="968950"/>
                    <a:pt x="484475" y="968950"/>
                  </a:cubicBezTo>
                  <a:cubicBezTo>
                    <a:pt x="216907" y="968950"/>
                    <a:pt x="0" y="752043"/>
                    <a:pt x="0" y="484475"/>
                  </a:cubicBezTo>
                  <a:cubicBezTo>
                    <a:pt x="0" y="216907"/>
                    <a:pt x="216907" y="0"/>
                    <a:pt x="484475" y="0"/>
                  </a:cubicBezTo>
                  <a:cubicBezTo>
                    <a:pt x="752043" y="0"/>
                    <a:pt x="968950" y="216907"/>
                    <a:pt x="968950" y="484475"/>
                  </a:cubicBezTo>
                  <a:close/>
                </a:path>
              </a:pathLst>
            </a:custGeom>
            <a:solidFill>
              <a:srgbClr val="D8BDE6"/>
            </a:solidFill>
            <a:ln w="134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E6D456C-BA30-C38C-FBE0-69FEBECBB3A7}"/>
                </a:ext>
              </a:extLst>
            </p:cNvPr>
            <p:cNvSpPr/>
            <p:nvPr/>
          </p:nvSpPr>
          <p:spPr>
            <a:xfrm>
              <a:off x="5624221" y="3462865"/>
              <a:ext cx="795559" cy="795559"/>
            </a:xfrm>
            <a:custGeom>
              <a:avLst/>
              <a:gdLst>
                <a:gd name="connsiteX0" fmla="*/ 795559 w 795559"/>
                <a:gd name="connsiteY0" fmla="*/ 397780 h 795559"/>
                <a:gd name="connsiteX1" fmla="*/ 397780 w 795559"/>
                <a:gd name="connsiteY1" fmla="*/ 795559 h 795559"/>
                <a:gd name="connsiteX2" fmla="*/ 0 w 795559"/>
                <a:gd name="connsiteY2" fmla="*/ 397780 h 795559"/>
                <a:gd name="connsiteX3" fmla="*/ 397780 w 795559"/>
                <a:gd name="connsiteY3" fmla="*/ 0 h 795559"/>
                <a:gd name="connsiteX4" fmla="*/ 795559 w 795559"/>
                <a:gd name="connsiteY4" fmla="*/ 397780 h 79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559" h="795559">
                  <a:moveTo>
                    <a:pt x="795559" y="397780"/>
                  </a:moveTo>
                  <a:cubicBezTo>
                    <a:pt x="795559" y="617467"/>
                    <a:pt x="617467" y="795559"/>
                    <a:pt x="397780" y="795559"/>
                  </a:cubicBezTo>
                  <a:cubicBezTo>
                    <a:pt x="178092" y="795559"/>
                    <a:pt x="0" y="617467"/>
                    <a:pt x="0" y="397780"/>
                  </a:cubicBezTo>
                  <a:cubicBezTo>
                    <a:pt x="0" y="178092"/>
                    <a:pt x="178092" y="0"/>
                    <a:pt x="397780" y="0"/>
                  </a:cubicBezTo>
                  <a:cubicBezTo>
                    <a:pt x="617467" y="0"/>
                    <a:pt x="795559" y="178092"/>
                    <a:pt x="795559" y="397780"/>
                  </a:cubicBezTo>
                  <a:close/>
                </a:path>
              </a:pathLst>
            </a:custGeom>
            <a:gradFill>
              <a:gsLst>
                <a:gs pos="15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8900000" scaled="1"/>
            </a:gradFill>
            <a:ln w="134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94" name="Graphic 93" descr="Presentation with checklist outline">
            <a:extLst>
              <a:ext uri="{FF2B5EF4-FFF2-40B4-BE49-F238E27FC236}">
                <a16:creationId xmlns:a16="http://schemas.microsoft.com/office/drawing/2014/main" id="{6ADAECBE-BBFF-E338-2524-3DD4AE0C7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6078" y="4881485"/>
            <a:ext cx="454588" cy="454588"/>
          </a:xfrm>
          <a:prstGeom prst="rect">
            <a:avLst/>
          </a:prstGeom>
        </p:spPr>
      </p:pic>
      <p:pic>
        <p:nvPicPr>
          <p:cNvPr id="106" name="Graphic 105" descr="Bullseye outline">
            <a:extLst>
              <a:ext uri="{FF2B5EF4-FFF2-40B4-BE49-F238E27FC236}">
                <a16:creationId xmlns:a16="http://schemas.microsoft.com/office/drawing/2014/main" id="{367F3498-FC62-9A3A-405A-1D7B7629B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1038" y="2252674"/>
            <a:ext cx="444668" cy="44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762" y="2679"/>
            <a:ext cx="12179305" cy="68644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69" y="1842732"/>
            <a:ext cx="5585326" cy="136751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586" y="4649778"/>
            <a:ext cx="2836865" cy="608965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SUBSCRIBE NOW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683" y="764086"/>
            <a:ext cx="2788938" cy="52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4096" y="4034370"/>
            <a:ext cx="1842755" cy="74217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1957" y="2005279"/>
            <a:ext cx="3621359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Coupon Code:</a:t>
            </a:r>
          </a:p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FREEBUNDLE15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649" y="1373306"/>
            <a:ext cx="502396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15% discount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from regular price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612" y="3362338"/>
            <a:ext cx="415203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Apply this coupon code during sign up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3148" y="711197"/>
            <a:ext cx="4320044" cy="3575111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Put Your Screenshot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Here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7224" y="5341922"/>
            <a:ext cx="2546543" cy="30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4850172"/>
            <a:ext cx="471686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use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customizable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3" y="4468203"/>
            <a:ext cx="5910650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" y="6121199"/>
            <a:ext cx="12179305" cy="6752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23FCC6F-A446-476F-8D0C-ABC44E38D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488" y="913554"/>
            <a:ext cx="3793786" cy="218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65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F5B820"/>
      </a:accent1>
      <a:accent2>
        <a:srgbClr val="EE4062"/>
      </a:accent2>
      <a:accent3>
        <a:srgbClr val="EF2B81"/>
      </a:accent3>
      <a:accent4>
        <a:srgbClr val="50BCFD"/>
      </a:accent4>
      <a:accent5>
        <a:srgbClr val="336FDA"/>
      </a:accent5>
      <a:accent6>
        <a:srgbClr val="5F46B9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5703</TotalTime>
  <Words>219</Words>
  <Application>Microsoft Office PowerPoint</Application>
  <PresentationFormat>Custom</PresentationFormat>
  <Paragraphs>43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Open Sans</vt:lpstr>
      <vt:lpstr>Segoe UI</vt:lpstr>
      <vt:lpstr>Office Theme</vt:lpstr>
      <vt:lpstr>2_Office Theme</vt:lpstr>
      <vt:lpstr>Fan Blade Circular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7-Step Fan Blade Circular PowerPoint Template</dc:title>
  <dc:creator>Julian</dc:creator>
  <cp:lastModifiedBy>user</cp:lastModifiedBy>
  <cp:revision>110</cp:revision>
  <dcterms:created xsi:type="dcterms:W3CDTF">2013-09-12T13:05:01Z</dcterms:created>
  <dcterms:modified xsi:type="dcterms:W3CDTF">2025-08-28T10:49:40Z</dcterms:modified>
</cp:coreProperties>
</file>